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4" r:id="rId4"/>
  </p:sldMasterIdLst>
  <p:notesMasterIdLst>
    <p:notesMasterId r:id="rId20"/>
  </p:notesMasterIdLst>
  <p:handoutMasterIdLst>
    <p:handoutMasterId r:id="rId21"/>
  </p:handoutMasterIdLst>
  <p:sldIdLst>
    <p:sldId id="256" r:id="rId5"/>
    <p:sldId id="4613" r:id="rId6"/>
    <p:sldId id="4504" r:id="rId7"/>
    <p:sldId id="4513" r:id="rId8"/>
    <p:sldId id="4505" r:id="rId9"/>
    <p:sldId id="4507" r:id="rId10"/>
    <p:sldId id="4506" r:id="rId11"/>
    <p:sldId id="4614" r:id="rId12"/>
    <p:sldId id="4515" r:id="rId13"/>
    <p:sldId id="4509" r:id="rId14"/>
    <p:sldId id="4508" r:id="rId15"/>
    <p:sldId id="4516" r:id="rId16"/>
    <p:sldId id="4618" r:id="rId17"/>
    <p:sldId id="4617" r:id="rId18"/>
    <p:sldId id="4616" r:id="rId19"/>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Arial"/>
      </a:defRPr>
    </a:lvl1pPr>
    <a:lvl2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Arial"/>
      </a:defRPr>
    </a:lvl2pPr>
    <a:lvl3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Arial"/>
      </a:defRPr>
    </a:lvl3pPr>
    <a:lvl4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Arial"/>
      </a:defRPr>
    </a:lvl4pPr>
    <a:lvl5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Arial"/>
      </a:defRPr>
    </a:lvl5pPr>
    <a:lvl6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Arial"/>
      </a:defRPr>
    </a:lvl6pPr>
    <a:lvl7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Arial"/>
      </a:defRPr>
    </a:lvl7pPr>
    <a:lvl8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Arial"/>
      </a:defRPr>
    </a:lvl8pPr>
    <a:lvl9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lagna Ganguly" initials="SG" lastIdx="2" clrIdx="0">
    <p:extLst>
      <p:ext uri="{19B8F6BF-5375-455C-9EA6-DF929625EA0E}">
        <p15:presenceInfo xmlns:p15="http://schemas.microsoft.com/office/powerpoint/2012/main" userId="S::sulagna.ganguly@impetus.co.in::390dbe48-f3c8-4ab9-8ff5-43f10fce6375" providerId="AD"/>
      </p:ext>
    </p:extLst>
  </p:cmAuthor>
  <p:cmAuthor id="2" name="Rakesh Raushan" initials="RR" lastIdx="1" clrIdx="1">
    <p:extLst>
      <p:ext uri="{19B8F6BF-5375-455C-9EA6-DF929625EA0E}">
        <p15:presenceInfo xmlns:p15="http://schemas.microsoft.com/office/powerpoint/2012/main" userId="S::rakesh.raushan@impetus.co.in::70b623ff-17c6-4328-bef6-b79c3709affe" providerId="AD"/>
      </p:ext>
    </p:extLst>
  </p:cmAuthor>
  <p:cmAuthor id="3" name="Microsoft Office User" initials="MOU" lastIdx="5" clrIdx="2">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1A4C75-2CBE-4149-4D1E-A3D479F866DA}" v="6" dt="2025-06-25T13:16:38.147"/>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DEEF"/>
          </a:solidFill>
        </a:fill>
      </a:tcStyle>
    </a:wholeTbl>
    <a:band2H>
      <a:tcTxStyle/>
      <a:tcStyle>
        <a:tcBdr/>
        <a:fill>
          <a:solidFill>
            <a:srgbClr val="E9EFF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DEEF"/>
          </a:solidFill>
        </a:fill>
      </a:tcStyle>
    </a:wholeTbl>
    <a:band2H>
      <a:tcTxStyle/>
      <a:tcStyle>
        <a:tcBdr/>
        <a:fill>
          <a:solidFill>
            <a:srgbClr val="E9EFF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1" d="100"/>
          <a:sy n="31" d="100"/>
        </p:scale>
        <p:origin x="764" y="6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B2C1BEA-61EE-6940-AD71-AAF0090B22E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A97278E-D128-DC4E-8254-40EEB0381DB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096B7E4-35F5-7F42-AA53-98E5F4260CF8}" type="datetimeFigureOut">
              <a:rPr lang="en-US" smtClean="0"/>
              <a:t>7/11/2025</a:t>
            </a:fld>
            <a:endParaRPr lang="en-US"/>
          </a:p>
        </p:txBody>
      </p:sp>
      <p:sp>
        <p:nvSpPr>
          <p:cNvPr id="4" name="Footer Placeholder 3">
            <a:extLst>
              <a:ext uri="{FF2B5EF4-FFF2-40B4-BE49-F238E27FC236}">
                <a16:creationId xmlns:a16="http://schemas.microsoft.com/office/drawing/2014/main" id="{B727F30D-4FEC-0049-979E-718493116E3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DD3A827-5AD0-D946-AD01-2ACC01B7285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15659CC-3290-C244-A19A-25FB10A482EE}" type="slidenum">
              <a:rPr lang="en-US" smtClean="0"/>
              <a:t>‹#›</a:t>
            </a:fld>
            <a:endParaRPr lang="en-US"/>
          </a:p>
        </p:txBody>
      </p:sp>
    </p:spTree>
    <p:extLst>
      <p:ext uri="{BB962C8B-B14F-4D97-AF65-F5344CB8AC3E}">
        <p14:creationId xmlns:p14="http://schemas.microsoft.com/office/powerpoint/2010/main" val="13688587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1" name="Shape 71"/>
          <p:cNvSpPr>
            <a:spLocks noGrp="1" noRot="1" noChangeAspect="1"/>
          </p:cNvSpPr>
          <p:nvPr>
            <p:ph type="sldImg"/>
          </p:nvPr>
        </p:nvSpPr>
        <p:spPr>
          <a:xfrm>
            <a:off x="1143000" y="685800"/>
            <a:ext cx="4572000" cy="3429000"/>
          </a:xfrm>
          <a:prstGeom prst="rect">
            <a:avLst/>
          </a:prstGeom>
        </p:spPr>
        <p:txBody>
          <a:bodyPr/>
          <a:lstStyle/>
          <a:p>
            <a:endParaRPr/>
          </a:p>
        </p:txBody>
      </p:sp>
      <p:sp>
        <p:nvSpPr>
          <p:cNvPr id="72" name="Shape 72"/>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3548195319"/>
      </p:ext>
    </p:extLst>
  </p:cSld>
  <p:clrMap bg1="lt1" tx1="dk1" bg2="lt2" tx2="dk2" accent1="accent1" accent2="accent2" accent3="accent3" accent4="accent4" accent5="accent5" accent6="accent6" hlink="hlink" folHlink="folHlink"/>
  <p:notesStyle>
    <a:lvl1pPr defTabSz="1828800" latinLnBrk="0">
      <a:defRPr sz="2400">
        <a:latin typeface="+mj-lt"/>
        <a:ea typeface="+mj-ea"/>
        <a:cs typeface="+mj-cs"/>
        <a:sym typeface="Arial"/>
      </a:defRPr>
    </a:lvl1pPr>
    <a:lvl2pPr indent="228600" defTabSz="1828800" latinLnBrk="0">
      <a:defRPr sz="2400">
        <a:latin typeface="+mj-lt"/>
        <a:ea typeface="+mj-ea"/>
        <a:cs typeface="+mj-cs"/>
        <a:sym typeface="Arial"/>
      </a:defRPr>
    </a:lvl2pPr>
    <a:lvl3pPr indent="457200" defTabSz="1828800" latinLnBrk="0">
      <a:defRPr sz="2400">
        <a:latin typeface="+mj-lt"/>
        <a:ea typeface="+mj-ea"/>
        <a:cs typeface="+mj-cs"/>
        <a:sym typeface="Arial"/>
      </a:defRPr>
    </a:lvl3pPr>
    <a:lvl4pPr indent="685800" defTabSz="1828800" latinLnBrk="0">
      <a:defRPr sz="2400">
        <a:latin typeface="+mj-lt"/>
        <a:ea typeface="+mj-ea"/>
        <a:cs typeface="+mj-cs"/>
        <a:sym typeface="Arial"/>
      </a:defRPr>
    </a:lvl4pPr>
    <a:lvl5pPr indent="914400" defTabSz="1828800" latinLnBrk="0">
      <a:defRPr sz="2400">
        <a:latin typeface="+mj-lt"/>
        <a:ea typeface="+mj-ea"/>
        <a:cs typeface="+mj-cs"/>
        <a:sym typeface="Arial"/>
      </a:defRPr>
    </a:lvl5pPr>
    <a:lvl6pPr indent="1143000" defTabSz="1828800" latinLnBrk="0">
      <a:defRPr sz="2400">
        <a:latin typeface="+mj-lt"/>
        <a:ea typeface="+mj-ea"/>
        <a:cs typeface="+mj-cs"/>
        <a:sym typeface="Arial"/>
      </a:defRPr>
    </a:lvl6pPr>
    <a:lvl7pPr indent="1371600" defTabSz="1828800" latinLnBrk="0">
      <a:defRPr sz="2400">
        <a:latin typeface="+mj-lt"/>
        <a:ea typeface="+mj-ea"/>
        <a:cs typeface="+mj-cs"/>
        <a:sym typeface="Arial"/>
      </a:defRPr>
    </a:lvl7pPr>
    <a:lvl8pPr indent="1600200" defTabSz="1828800" latinLnBrk="0">
      <a:defRPr sz="2400">
        <a:latin typeface="+mj-lt"/>
        <a:ea typeface="+mj-ea"/>
        <a:cs typeface="+mj-cs"/>
        <a:sym typeface="Arial"/>
      </a:defRPr>
    </a:lvl8pPr>
    <a:lvl9pPr indent="1828800" defTabSz="1828800" latinLnBrk="0">
      <a:defRPr sz="2400">
        <a:latin typeface="+mj-lt"/>
        <a:ea typeface="+mj-ea"/>
        <a:cs typeface="+mj-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1450818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b="0"/>
          </a:p>
        </p:txBody>
      </p:sp>
    </p:spTree>
    <p:extLst>
      <p:ext uri="{BB962C8B-B14F-4D97-AF65-F5344CB8AC3E}">
        <p14:creationId xmlns:p14="http://schemas.microsoft.com/office/powerpoint/2010/main" val="1189788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b="0"/>
          </a:p>
        </p:txBody>
      </p:sp>
    </p:spTree>
    <p:extLst>
      <p:ext uri="{BB962C8B-B14F-4D97-AF65-F5344CB8AC3E}">
        <p14:creationId xmlns:p14="http://schemas.microsoft.com/office/powerpoint/2010/main" val="13647493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b="0"/>
          </a:p>
        </p:txBody>
      </p:sp>
    </p:spTree>
    <p:extLst>
      <p:ext uri="{BB962C8B-B14F-4D97-AF65-F5344CB8AC3E}">
        <p14:creationId xmlns:p14="http://schemas.microsoft.com/office/powerpoint/2010/main" val="3130658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b="0"/>
          </a:p>
        </p:txBody>
      </p:sp>
    </p:spTree>
    <p:extLst>
      <p:ext uri="{BB962C8B-B14F-4D97-AF65-F5344CB8AC3E}">
        <p14:creationId xmlns:p14="http://schemas.microsoft.com/office/powerpoint/2010/main" val="2996784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1F281-3A62-44C2-BB58-7477063AC0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9FC99C-9D87-AA5B-84F3-AD2ACE1237B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891AA7C-9AF7-F9F8-3198-DA1A656C94DB}"/>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40849282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A5646-E381-82BE-DC27-410D05B7E9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12565D-8A7C-44DD-2816-72196140F5C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096C0C8-DF9F-D0D7-FF76-790D30BF8611}"/>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32179657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b="0"/>
          </a:p>
        </p:txBody>
      </p:sp>
    </p:spTree>
    <p:extLst>
      <p:ext uri="{BB962C8B-B14F-4D97-AF65-F5344CB8AC3E}">
        <p14:creationId xmlns:p14="http://schemas.microsoft.com/office/powerpoint/2010/main" val="3681854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b="0"/>
          </a:p>
        </p:txBody>
      </p:sp>
    </p:spTree>
    <p:extLst>
      <p:ext uri="{BB962C8B-B14F-4D97-AF65-F5344CB8AC3E}">
        <p14:creationId xmlns:p14="http://schemas.microsoft.com/office/powerpoint/2010/main" val="3703258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EDE8A-9EC4-EB27-D515-1C09E3AA2B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43FDD0-920F-1366-72EA-FB63E8A464E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DAF4CFC-EEBC-D63A-4BA3-0890D48DB43F}"/>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6103323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5F276-00E9-4759-9098-AD8E466D3F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0955A5-7DFA-ECDB-2B3B-DEB88220144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250C031-ECCB-F07D-0163-F664A438C039}"/>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4156640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2BBC1-EBBD-5418-A85D-F68380D1B5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ED7492-2F3B-5281-A4B1-2198E9DE319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A10138E-DA84-5F5C-8AFC-0484A6193C6A}"/>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22778453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reserve="1">
  <p:cSld name="Copyright">
    <p:spTree>
      <p:nvGrpSpPr>
        <p:cNvPr id="1" name=""/>
        <p:cNvGrpSpPr/>
        <p:nvPr/>
      </p:nvGrpSpPr>
      <p:grpSpPr>
        <a:xfrm>
          <a:off x="0" y="0"/>
          <a:ext cx="0" cy="0"/>
          <a:chOff x="0" y="0"/>
          <a:chExt cx="0" cy="0"/>
        </a:xfrm>
      </p:grpSpPr>
      <p:sp>
        <p:nvSpPr>
          <p:cNvPr id="12" name="©2018 Impetus Technologies, Inc. All rights reserved.…"/>
          <p:cNvSpPr txBox="1"/>
          <p:nvPr/>
        </p:nvSpPr>
        <p:spPr>
          <a:xfrm>
            <a:off x="1625600" y="5297791"/>
            <a:ext cx="13586571" cy="309501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spAutoFit/>
          </a:bodyPr>
          <a:lstStyle/>
          <a:p>
            <a:pPr algn="l">
              <a:lnSpc>
                <a:spcPct val="120000"/>
              </a:lnSpc>
              <a:spcBef>
                <a:spcPts val="1800"/>
              </a:spcBef>
              <a:defRPr sz="2400">
                <a:solidFill>
                  <a:srgbClr val="D5D5D5"/>
                </a:solidFill>
              </a:defRPr>
            </a:pPr>
            <a:r>
              <a:rPr b="0" i="0">
                <a:latin typeface="Arial" panose="020B0604020202020204" pitchFamily="34" charset="0"/>
                <a:cs typeface="Arial" panose="020B0604020202020204" pitchFamily="34" charset="0"/>
              </a:rPr>
              <a:t>Copyright © 202</a:t>
            </a:r>
            <a:r>
              <a:rPr lang="en-US" b="0" i="0">
                <a:latin typeface="Arial" panose="020B0604020202020204" pitchFamily="34" charset="0"/>
                <a:cs typeface="Arial" panose="020B0604020202020204" pitchFamily="34" charset="0"/>
              </a:rPr>
              <a:t>5</a:t>
            </a:r>
            <a:r>
              <a:rPr b="0" i="0">
                <a:latin typeface="Arial" panose="020B0604020202020204" pitchFamily="34" charset="0"/>
                <a:cs typeface="Arial" panose="020B0604020202020204" pitchFamily="34" charset="0"/>
              </a:rPr>
              <a:t> Impetus Technologies, Inc.</a:t>
            </a:r>
          </a:p>
          <a:p>
            <a:pPr algn="l">
              <a:lnSpc>
                <a:spcPct val="120000"/>
              </a:lnSpc>
              <a:spcBef>
                <a:spcPts val="1800"/>
              </a:spcBef>
              <a:defRPr sz="2400">
                <a:solidFill>
                  <a:srgbClr val="D5D5D5"/>
                </a:solidFill>
              </a:defRPr>
            </a:pPr>
            <a:r>
              <a:rPr b="0" i="0">
                <a:latin typeface="Arial" panose="020B0604020202020204" pitchFamily="34" charset="0"/>
                <a:cs typeface="Arial" panose="020B0604020202020204" pitchFamily="34" charset="0"/>
              </a:rPr>
              <a:t>You are prohibited from making a copy or modification of, or from redistributing, rebroadcasting, or re-encoding of this content without the prior written consent of Impetus.</a:t>
            </a:r>
          </a:p>
          <a:p>
            <a:pPr algn="l">
              <a:lnSpc>
                <a:spcPct val="120000"/>
              </a:lnSpc>
              <a:spcBef>
                <a:spcPts val="1800"/>
              </a:spcBef>
              <a:defRPr sz="2400">
                <a:solidFill>
                  <a:srgbClr val="D5D5D5"/>
                </a:solidFill>
              </a:defRPr>
            </a:pPr>
            <a:r>
              <a:rPr b="0" i="0">
                <a:latin typeface="Arial" panose="020B0604020202020204" pitchFamily="34" charset="0"/>
                <a:cs typeface="Arial" panose="020B0604020202020204" pitchFamily="34" charset="0"/>
              </a:rPr>
              <a:t>This presentation may include images from other products and services. These images are used for illustrative purposes only. Unless explicitly stated there is no implied endorsement or sponsorship of these products by Impetus. All copyrights and trademarks are property of their respective owners. </a:t>
            </a:r>
          </a:p>
        </p:txBody>
      </p:sp>
      <p:pic>
        <p:nvPicPr>
          <p:cNvPr id="2" name="Impetus master logo black and white.pdf">
            <a:extLst>
              <a:ext uri="{FF2B5EF4-FFF2-40B4-BE49-F238E27FC236}">
                <a16:creationId xmlns:a16="http://schemas.microsoft.com/office/drawing/2014/main" id="{2FF7E58C-83DF-2B09-21B7-5F12005BACC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261265" y="12734434"/>
            <a:ext cx="2596440" cy="730250"/>
          </a:xfrm>
          <a:prstGeom prst="rect">
            <a:avLst/>
          </a:prstGeom>
          <a:ln w="12700">
            <a:miter lim="400000"/>
          </a:ln>
        </p:spPr>
      </p:pic>
    </p:spTree>
    <p:extLst>
      <p:ext uri="{BB962C8B-B14F-4D97-AF65-F5344CB8AC3E}">
        <p14:creationId xmlns:p14="http://schemas.microsoft.com/office/powerpoint/2010/main" val="2175244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blank" preserve="1">
  <p:cSld name="Impetus_cover_v1">
    <p:spTree>
      <p:nvGrpSpPr>
        <p:cNvPr id="1" name=""/>
        <p:cNvGrpSpPr/>
        <p:nvPr/>
      </p:nvGrpSpPr>
      <p:grpSpPr>
        <a:xfrm>
          <a:off x="0" y="0"/>
          <a:ext cx="0" cy="0"/>
          <a:chOff x="0" y="0"/>
          <a:chExt cx="0" cy="0"/>
        </a:xfrm>
      </p:grpSpPr>
      <p:pic>
        <p:nvPicPr>
          <p:cNvPr id="52" name="Graphic 51">
            <a:extLst>
              <a:ext uri="{FF2B5EF4-FFF2-40B4-BE49-F238E27FC236}">
                <a16:creationId xmlns:a16="http://schemas.microsoft.com/office/drawing/2014/main" id="{129E6917-F57D-DED0-ABEE-91CB2188BF2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057924" y="4677820"/>
            <a:ext cx="14332797" cy="4586495"/>
          </a:xfrm>
          <a:prstGeom prst="rect">
            <a:avLst/>
          </a:prstGeom>
        </p:spPr>
      </p:pic>
    </p:spTree>
    <p:extLst>
      <p:ext uri="{BB962C8B-B14F-4D97-AF65-F5344CB8AC3E}">
        <p14:creationId xmlns:p14="http://schemas.microsoft.com/office/powerpoint/2010/main" val="2557803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Deck Title">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DD5D79BD-0F71-6A85-3A91-3847AB591C93}"/>
              </a:ext>
            </a:extLst>
          </p:cNvPr>
          <p:cNvSpPr>
            <a:spLocks noGrp="1"/>
          </p:cNvSpPr>
          <p:nvPr>
            <p:ph type="body" sz="quarter" idx="10" hasCustomPrompt="1"/>
          </p:nvPr>
        </p:nvSpPr>
        <p:spPr>
          <a:xfrm>
            <a:off x="914400" y="3657600"/>
            <a:ext cx="22549104" cy="3200400"/>
          </a:xfrm>
          <a:prstGeom prst="rect">
            <a:avLst/>
          </a:prstGeom>
        </p:spPr>
        <p:txBody>
          <a:bodyPr bIns="182880" anchor="b"/>
          <a:lstStyle>
            <a:lvl1pPr marL="0" indent="0">
              <a:buNone/>
              <a:defRPr sz="7196" b="1" i="0">
                <a:latin typeface="Lato" panose="020F0502020204030203" pitchFamily="34" charset="77"/>
                <a:cs typeface="Arial" panose="020B0604020202020204" pitchFamily="34" charset="0"/>
              </a:defRPr>
            </a:lvl1pPr>
            <a:lvl2pPr marL="913670" indent="0">
              <a:buNone/>
              <a:defRPr sz="5997" b="0" i="0">
                <a:latin typeface="Poppins Medium" pitchFamily="2" charset="77"/>
                <a:cs typeface="Poppins Medium" pitchFamily="2" charset="77"/>
              </a:defRPr>
            </a:lvl2pPr>
            <a:lvl3pPr marL="1827337" indent="0">
              <a:buNone/>
              <a:defRPr sz="5997" b="0" i="0">
                <a:latin typeface="Poppins Medium" pitchFamily="2" charset="77"/>
                <a:cs typeface="Poppins Medium" pitchFamily="2" charset="77"/>
              </a:defRPr>
            </a:lvl3pPr>
            <a:lvl4pPr marL="2741007" indent="0">
              <a:buNone/>
              <a:defRPr sz="5997" b="0" i="0">
                <a:latin typeface="Poppins Medium" pitchFamily="2" charset="77"/>
                <a:cs typeface="Poppins Medium" pitchFamily="2" charset="77"/>
              </a:defRPr>
            </a:lvl4pPr>
            <a:lvl5pPr marL="3654674" indent="0">
              <a:buNone/>
              <a:defRPr sz="5997" b="0" i="0">
                <a:latin typeface="Poppins Medium" pitchFamily="2" charset="77"/>
                <a:cs typeface="Poppins Medium" pitchFamily="2" charset="77"/>
              </a:defRPr>
            </a:lvl5pPr>
          </a:lstStyle>
          <a:p>
            <a:pPr lvl="0"/>
            <a:r>
              <a:rPr lang="en-US"/>
              <a:t>Add title of presentation </a:t>
            </a:r>
          </a:p>
        </p:txBody>
      </p:sp>
      <p:sp>
        <p:nvSpPr>
          <p:cNvPr id="10" name="Text Placeholder 8">
            <a:extLst>
              <a:ext uri="{FF2B5EF4-FFF2-40B4-BE49-F238E27FC236}">
                <a16:creationId xmlns:a16="http://schemas.microsoft.com/office/drawing/2014/main" id="{FA17CC50-0983-FB29-9AB7-5FBC337CCF4F}"/>
              </a:ext>
            </a:extLst>
          </p:cNvPr>
          <p:cNvSpPr>
            <a:spLocks noGrp="1"/>
          </p:cNvSpPr>
          <p:nvPr>
            <p:ph type="body" sz="quarter" idx="11" hasCustomPrompt="1"/>
          </p:nvPr>
        </p:nvSpPr>
        <p:spPr>
          <a:xfrm>
            <a:off x="914400" y="7040880"/>
            <a:ext cx="22549104" cy="2743200"/>
          </a:xfrm>
          <a:prstGeom prst="rect">
            <a:avLst/>
          </a:prstGeom>
        </p:spPr>
        <p:txBody>
          <a:bodyPr tIns="182880" bIns="91440"/>
          <a:lstStyle>
            <a:lvl1pPr marL="0" indent="0">
              <a:buNone/>
              <a:defRPr sz="4799" b="0" i="0">
                <a:solidFill>
                  <a:schemeClr val="bg1">
                    <a:lumMod val="50000"/>
                  </a:schemeClr>
                </a:solidFill>
                <a:latin typeface="Lato" panose="020F0502020204030203" pitchFamily="34" charset="77"/>
                <a:cs typeface="Arial" panose="020B0604020202020204" pitchFamily="34" charset="0"/>
              </a:defRPr>
            </a:lvl1pPr>
            <a:lvl2pPr marL="913670" indent="0">
              <a:buNone/>
              <a:defRPr sz="5997" b="0" i="0">
                <a:latin typeface="Poppins Medium" pitchFamily="2" charset="77"/>
                <a:cs typeface="Poppins Medium" pitchFamily="2" charset="77"/>
              </a:defRPr>
            </a:lvl2pPr>
            <a:lvl3pPr marL="1827337" indent="0">
              <a:buNone/>
              <a:defRPr sz="5997" b="0" i="0">
                <a:latin typeface="Poppins Medium" pitchFamily="2" charset="77"/>
                <a:cs typeface="Poppins Medium" pitchFamily="2" charset="77"/>
              </a:defRPr>
            </a:lvl3pPr>
            <a:lvl4pPr marL="2741007" indent="0">
              <a:buNone/>
              <a:defRPr sz="5997" b="0" i="0">
                <a:latin typeface="Poppins Medium" pitchFamily="2" charset="77"/>
                <a:cs typeface="Poppins Medium" pitchFamily="2" charset="77"/>
              </a:defRPr>
            </a:lvl4pPr>
            <a:lvl5pPr marL="3654674" indent="0">
              <a:buNone/>
              <a:defRPr sz="5997" b="0" i="0">
                <a:latin typeface="Poppins Medium" pitchFamily="2" charset="77"/>
                <a:cs typeface="Poppins Medium" pitchFamily="2" charset="77"/>
              </a:defRPr>
            </a:lvl5pPr>
          </a:lstStyle>
          <a:p>
            <a:pPr lvl="0"/>
            <a:r>
              <a:rPr lang="en-US"/>
              <a:t>Secondary Copy (Date, speaker names, etc.)</a:t>
            </a:r>
          </a:p>
        </p:txBody>
      </p:sp>
    </p:spTree>
    <p:extLst>
      <p:ext uri="{BB962C8B-B14F-4D97-AF65-F5344CB8AC3E}">
        <p14:creationId xmlns:p14="http://schemas.microsoft.com/office/powerpoint/2010/main" val="28525465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aplogic title page">
    <p:spTree>
      <p:nvGrpSpPr>
        <p:cNvPr id="1" name=""/>
        <p:cNvGrpSpPr/>
        <p:nvPr/>
      </p:nvGrpSpPr>
      <p:grpSpPr>
        <a:xfrm>
          <a:off x="0" y="0"/>
          <a:ext cx="0" cy="0"/>
          <a:chOff x="0" y="0"/>
          <a:chExt cx="0" cy="0"/>
        </a:xfrm>
      </p:grpSpPr>
      <p:sp>
        <p:nvSpPr>
          <p:cNvPr id="7" name="Title Text">
            <a:extLst>
              <a:ext uri="{FF2B5EF4-FFF2-40B4-BE49-F238E27FC236}">
                <a16:creationId xmlns:a16="http://schemas.microsoft.com/office/drawing/2014/main" id="{14EF0C9A-1083-4E30-9B02-2798751D4BC0}"/>
              </a:ext>
            </a:extLst>
          </p:cNvPr>
          <p:cNvSpPr txBox="1">
            <a:spLocks noGrp="1"/>
          </p:cNvSpPr>
          <p:nvPr>
            <p:ph type="title" hasCustomPrompt="1"/>
          </p:nvPr>
        </p:nvSpPr>
        <p:spPr>
          <a:xfrm>
            <a:off x="914400" y="770022"/>
            <a:ext cx="22549104" cy="7392060"/>
          </a:xfrm>
          <a:prstGeom prst="rect">
            <a:avLst/>
          </a:prstGeom>
        </p:spPr>
        <p:txBody>
          <a:bodyPr anchor="ctr">
            <a:normAutofit/>
          </a:bodyPr>
          <a:lstStyle>
            <a:lvl1pPr algn="l">
              <a:defRPr sz="7994" b="1" i="0">
                <a:solidFill>
                  <a:schemeClr val="tx1"/>
                </a:solidFill>
                <a:latin typeface="Lato" panose="020F0502020204030203" pitchFamily="34" charset="77"/>
                <a:ea typeface="Roboto" panose="02000000000000000000" pitchFamily="2" charset="0"/>
              </a:defRPr>
            </a:lvl1pPr>
          </a:lstStyle>
          <a:p>
            <a:r>
              <a:rPr lang="en-US"/>
              <a:t>Title</a:t>
            </a:r>
            <a:endParaRPr/>
          </a:p>
        </p:txBody>
      </p:sp>
      <p:sp>
        <p:nvSpPr>
          <p:cNvPr id="3" name="Rectangle 2">
            <a:extLst>
              <a:ext uri="{FF2B5EF4-FFF2-40B4-BE49-F238E27FC236}">
                <a16:creationId xmlns:a16="http://schemas.microsoft.com/office/drawing/2014/main" id="{633F9B46-A3E4-E0AC-D65C-BABC4DFE907E}"/>
              </a:ext>
            </a:extLst>
          </p:cNvPr>
          <p:cNvSpPr/>
          <p:nvPr userDrawn="1"/>
        </p:nvSpPr>
        <p:spPr>
          <a:xfrm>
            <a:off x="0" y="8742556"/>
            <a:ext cx="24384000" cy="497344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597"/>
          </a:p>
        </p:txBody>
      </p:sp>
    </p:spTree>
    <p:extLst>
      <p:ext uri="{BB962C8B-B14F-4D97-AF65-F5344CB8AC3E}">
        <p14:creationId xmlns:p14="http://schemas.microsoft.com/office/powerpoint/2010/main" val="3186549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0658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59EE331-1D1F-F016-90D2-1533EA2813AB}"/>
              </a:ext>
            </a:extLst>
          </p:cNvPr>
          <p:cNvSpPr>
            <a:spLocks noGrp="1"/>
          </p:cNvSpPr>
          <p:nvPr>
            <p:ph type="body" sz="quarter" idx="10" hasCustomPrompt="1"/>
          </p:nvPr>
        </p:nvSpPr>
        <p:spPr>
          <a:xfrm>
            <a:off x="458117" y="457200"/>
            <a:ext cx="23467774" cy="1371600"/>
          </a:xfrm>
          <a:prstGeom prst="rect">
            <a:avLst/>
          </a:prstGeom>
        </p:spPr>
        <p:txBody>
          <a:bodyPr lIns="182880" tIns="91440" bIns="91440" anchor="ctr"/>
          <a:lstStyle>
            <a:lvl1pPr marL="0" indent="0">
              <a:lnSpc>
                <a:spcPct val="100000"/>
              </a:lnSpc>
              <a:spcBef>
                <a:spcPts val="0"/>
              </a:spcBef>
              <a:buNone/>
              <a:defRPr sz="5399" b="1" i="0">
                <a:solidFill>
                  <a:schemeClr val="bg1"/>
                </a:solidFill>
                <a:latin typeface="Lato" panose="020F0502020204030203" pitchFamily="34" charset="77"/>
                <a:cs typeface="Arial" panose="020B0604020202020204" pitchFamily="34" charset="0"/>
              </a:defRPr>
            </a:lvl1pPr>
          </a:lstStyle>
          <a:p>
            <a:pPr lvl="0"/>
            <a:r>
              <a:rPr lang="en-US"/>
              <a:t>Click to add title</a:t>
            </a:r>
          </a:p>
        </p:txBody>
      </p:sp>
    </p:spTree>
    <p:extLst>
      <p:ext uri="{BB962C8B-B14F-4D97-AF65-F5344CB8AC3E}">
        <p14:creationId xmlns:p14="http://schemas.microsoft.com/office/powerpoint/2010/main" val="2232156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Subtitle">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59EE331-1D1F-F016-90D2-1533EA2813AB}"/>
              </a:ext>
            </a:extLst>
          </p:cNvPr>
          <p:cNvSpPr>
            <a:spLocks noGrp="1"/>
          </p:cNvSpPr>
          <p:nvPr>
            <p:ph type="body" sz="quarter" idx="10" hasCustomPrompt="1"/>
          </p:nvPr>
        </p:nvSpPr>
        <p:spPr>
          <a:xfrm>
            <a:off x="458115" y="457200"/>
            <a:ext cx="23467773" cy="1371600"/>
          </a:xfrm>
          <a:prstGeom prst="rect">
            <a:avLst/>
          </a:prstGeom>
        </p:spPr>
        <p:txBody>
          <a:bodyPr lIns="182880" tIns="0" bIns="0" anchor="ctr"/>
          <a:lstStyle>
            <a:lvl1pPr marL="0" indent="0">
              <a:lnSpc>
                <a:spcPct val="100000"/>
              </a:lnSpc>
              <a:spcBef>
                <a:spcPts val="0"/>
              </a:spcBef>
              <a:buNone/>
              <a:defRPr sz="5398" b="1" i="0">
                <a:solidFill>
                  <a:schemeClr val="bg1"/>
                </a:solidFill>
                <a:latin typeface="Lato" panose="020F0502020204030203" pitchFamily="34" charset="77"/>
                <a:cs typeface="Arial" panose="020B0604020202020204" pitchFamily="34" charset="0"/>
              </a:defRPr>
            </a:lvl1pPr>
          </a:lstStyle>
          <a:p>
            <a:pPr lvl="0"/>
            <a:r>
              <a:rPr lang="en-US"/>
              <a:t>Click to add title</a:t>
            </a:r>
          </a:p>
        </p:txBody>
      </p:sp>
      <p:sp>
        <p:nvSpPr>
          <p:cNvPr id="3" name="Text Placeholder 4">
            <a:extLst>
              <a:ext uri="{FF2B5EF4-FFF2-40B4-BE49-F238E27FC236}">
                <a16:creationId xmlns:a16="http://schemas.microsoft.com/office/drawing/2014/main" id="{1F229306-2292-4956-6269-65A0546A824E}"/>
              </a:ext>
            </a:extLst>
          </p:cNvPr>
          <p:cNvSpPr>
            <a:spLocks noGrp="1"/>
          </p:cNvSpPr>
          <p:nvPr>
            <p:ph type="body" sz="quarter" idx="11" hasCustomPrompt="1"/>
          </p:nvPr>
        </p:nvSpPr>
        <p:spPr>
          <a:xfrm>
            <a:off x="458115" y="1371600"/>
            <a:ext cx="23467773" cy="914400"/>
          </a:xfrm>
          <a:prstGeom prst="rect">
            <a:avLst/>
          </a:prstGeom>
        </p:spPr>
        <p:txBody>
          <a:bodyPr lIns="182880" tIns="91440" bIns="91440" anchor="ctr"/>
          <a:lstStyle>
            <a:lvl1pPr marL="0" indent="0">
              <a:lnSpc>
                <a:spcPct val="100000"/>
              </a:lnSpc>
              <a:spcBef>
                <a:spcPts val="0"/>
              </a:spcBef>
              <a:buNone/>
              <a:defRPr sz="3599" b="0" i="0">
                <a:solidFill>
                  <a:schemeClr val="bg1"/>
                </a:solidFill>
                <a:latin typeface="Lato Light" panose="020F0302020204030203" pitchFamily="34" charset="77"/>
                <a:cs typeface="Arial" panose="020B0604020202020204" pitchFamily="34" charset="0"/>
              </a:defRPr>
            </a:lvl1pPr>
          </a:lstStyle>
          <a:p>
            <a:pPr lvl="0"/>
            <a:r>
              <a:rPr lang="en-US"/>
              <a:t>Click to add subtitle</a:t>
            </a:r>
          </a:p>
        </p:txBody>
      </p:sp>
    </p:spTree>
    <p:extLst>
      <p:ext uri="{BB962C8B-B14F-4D97-AF65-F5344CB8AC3E}">
        <p14:creationId xmlns:p14="http://schemas.microsoft.com/office/powerpoint/2010/main" val="116134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Bullets">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59EE331-1D1F-F016-90D2-1533EA2813AB}"/>
              </a:ext>
            </a:extLst>
          </p:cNvPr>
          <p:cNvSpPr>
            <a:spLocks noGrp="1"/>
          </p:cNvSpPr>
          <p:nvPr>
            <p:ph type="body" sz="quarter" idx="10" hasCustomPrompt="1"/>
          </p:nvPr>
        </p:nvSpPr>
        <p:spPr>
          <a:xfrm>
            <a:off x="458114" y="457200"/>
            <a:ext cx="23463504" cy="1371600"/>
          </a:xfrm>
          <a:prstGeom prst="rect">
            <a:avLst/>
          </a:prstGeom>
        </p:spPr>
        <p:txBody>
          <a:bodyPr lIns="182880" tIns="91440" bIns="91440" anchor="ctr"/>
          <a:lstStyle>
            <a:lvl1pPr marL="0" indent="0">
              <a:lnSpc>
                <a:spcPct val="100000"/>
              </a:lnSpc>
              <a:spcBef>
                <a:spcPts val="0"/>
              </a:spcBef>
              <a:buNone/>
              <a:defRPr sz="5399" b="1" i="0">
                <a:solidFill>
                  <a:schemeClr val="bg1"/>
                </a:solidFill>
                <a:latin typeface="Lato" panose="020F0502020204030203" pitchFamily="34" charset="77"/>
                <a:cs typeface="Arial" panose="020B0604020202020204" pitchFamily="34" charset="0"/>
              </a:defRPr>
            </a:lvl1pPr>
          </a:lstStyle>
          <a:p>
            <a:pPr lvl="0"/>
            <a:r>
              <a:rPr lang="en-US"/>
              <a:t>Click to add title</a:t>
            </a:r>
          </a:p>
        </p:txBody>
      </p:sp>
      <p:sp>
        <p:nvSpPr>
          <p:cNvPr id="4" name="Text Placeholder 3">
            <a:extLst>
              <a:ext uri="{FF2B5EF4-FFF2-40B4-BE49-F238E27FC236}">
                <a16:creationId xmlns:a16="http://schemas.microsoft.com/office/drawing/2014/main" id="{3AB5C8B4-EDFC-DA1C-8C14-3ED514C5B5E8}"/>
              </a:ext>
            </a:extLst>
          </p:cNvPr>
          <p:cNvSpPr>
            <a:spLocks noGrp="1"/>
          </p:cNvSpPr>
          <p:nvPr>
            <p:ph type="body" sz="quarter" idx="11"/>
          </p:nvPr>
        </p:nvSpPr>
        <p:spPr>
          <a:xfrm>
            <a:off x="458115" y="2286000"/>
            <a:ext cx="23463504" cy="10058400"/>
          </a:xfrm>
          <a:prstGeom prst="rect">
            <a:avLst/>
          </a:prstGeom>
        </p:spPr>
        <p:txBody>
          <a:bodyPr lIns="182880"/>
          <a:lstStyle>
            <a:lvl1pPr marL="0" indent="0">
              <a:lnSpc>
                <a:spcPct val="120000"/>
              </a:lnSpc>
              <a:spcBef>
                <a:spcPts val="0"/>
              </a:spcBef>
              <a:spcAft>
                <a:spcPts val="2399"/>
              </a:spcAft>
              <a:buNone/>
              <a:defRPr sz="3999" b="0" i="0">
                <a:solidFill>
                  <a:schemeClr val="bg1"/>
                </a:solidFill>
                <a:latin typeface="Lato" panose="020F0502020204030203" pitchFamily="34" charset="77"/>
                <a:cs typeface="Arial" panose="020B0604020202020204" pitchFamily="34" charset="0"/>
              </a:defRPr>
            </a:lvl1pPr>
            <a:lvl2pPr>
              <a:lnSpc>
                <a:spcPct val="120000"/>
              </a:lnSpc>
              <a:spcBef>
                <a:spcPts val="0"/>
              </a:spcBef>
              <a:spcAft>
                <a:spcPts val="2399"/>
              </a:spcAft>
              <a:defRPr sz="3999" b="0" i="0">
                <a:solidFill>
                  <a:schemeClr val="bg1"/>
                </a:solidFill>
                <a:latin typeface="Lato" panose="020F0502020204030203" pitchFamily="34" charset="77"/>
                <a:cs typeface="Arial" panose="020B0604020202020204" pitchFamily="34" charset="0"/>
              </a:defRPr>
            </a:lvl2pPr>
            <a:lvl3pPr marL="2284289" indent="-456858">
              <a:lnSpc>
                <a:spcPct val="120000"/>
              </a:lnSpc>
              <a:spcBef>
                <a:spcPts val="0"/>
              </a:spcBef>
              <a:spcAft>
                <a:spcPts val="2399"/>
              </a:spcAft>
              <a:buFont typeface="Courier New" panose="02070309020205020404" pitchFamily="49" charset="0"/>
              <a:buChar char="o"/>
              <a:defRPr sz="3999" b="0" i="0">
                <a:solidFill>
                  <a:schemeClr val="bg1"/>
                </a:solidFill>
                <a:latin typeface="Lato" panose="020F0502020204030203" pitchFamily="34" charset="77"/>
                <a:cs typeface="Arial" panose="020B0604020202020204" pitchFamily="34" charset="0"/>
              </a:defRPr>
            </a:lvl3pPr>
            <a:lvl4pPr marL="3198000" indent="-456858">
              <a:lnSpc>
                <a:spcPct val="120000"/>
              </a:lnSpc>
              <a:spcBef>
                <a:spcPts val="0"/>
              </a:spcBef>
              <a:spcAft>
                <a:spcPts val="2399"/>
              </a:spcAft>
              <a:buFont typeface="Wingdings" pitchFamily="2" charset="2"/>
              <a:buChar char="§"/>
              <a:defRPr sz="3999" b="0" i="0">
                <a:solidFill>
                  <a:schemeClr val="bg1"/>
                </a:solidFill>
                <a:latin typeface="Lato" panose="020F0502020204030203" pitchFamily="34" charset="77"/>
                <a:cs typeface="Arial" panose="020B0604020202020204" pitchFamily="34" charset="0"/>
              </a:defRPr>
            </a:lvl4pPr>
            <a:lvl5pPr marL="4111716" indent="-456858">
              <a:lnSpc>
                <a:spcPct val="120000"/>
              </a:lnSpc>
              <a:spcBef>
                <a:spcPts val="0"/>
              </a:spcBef>
              <a:spcAft>
                <a:spcPts val="2399"/>
              </a:spcAft>
              <a:buFont typeface="Wingdings" pitchFamily="2" charset="2"/>
              <a:buChar char="q"/>
              <a:defRPr sz="3999" b="0" i="0">
                <a:solidFill>
                  <a:schemeClr val="bg1"/>
                </a:solidFill>
                <a:latin typeface="Lato" panose="020F0502020204030203" pitchFamily="34" charset="77"/>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0434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Subtitle and Bullets">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59EE331-1D1F-F016-90D2-1533EA2813AB}"/>
              </a:ext>
            </a:extLst>
          </p:cNvPr>
          <p:cNvSpPr>
            <a:spLocks noGrp="1"/>
          </p:cNvSpPr>
          <p:nvPr>
            <p:ph type="body" sz="quarter" idx="10" hasCustomPrompt="1"/>
          </p:nvPr>
        </p:nvSpPr>
        <p:spPr>
          <a:xfrm>
            <a:off x="458115" y="457200"/>
            <a:ext cx="23467773" cy="1371600"/>
          </a:xfrm>
          <a:prstGeom prst="rect">
            <a:avLst/>
          </a:prstGeom>
        </p:spPr>
        <p:txBody>
          <a:bodyPr lIns="182880" tIns="0" bIns="0" anchor="ctr"/>
          <a:lstStyle>
            <a:lvl1pPr marL="0" indent="0">
              <a:lnSpc>
                <a:spcPct val="100000"/>
              </a:lnSpc>
              <a:spcBef>
                <a:spcPts val="0"/>
              </a:spcBef>
              <a:buNone/>
              <a:defRPr sz="5398" b="1" i="0">
                <a:solidFill>
                  <a:schemeClr val="bg1"/>
                </a:solidFill>
                <a:latin typeface="Lato" panose="020F0502020204030203" pitchFamily="34" charset="77"/>
                <a:cs typeface="Arial" panose="020B0604020202020204" pitchFamily="34" charset="0"/>
              </a:defRPr>
            </a:lvl1pPr>
          </a:lstStyle>
          <a:p>
            <a:pPr lvl="0"/>
            <a:r>
              <a:rPr lang="en-US"/>
              <a:t>Click to add title</a:t>
            </a:r>
          </a:p>
        </p:txBody>
      </p:sp>
      <p:sp>
        <p:nvSpPr>
          <p:cNvPr id="3" name="Text Placeholder 4">
            <a:extLst>
              <a:ext uri="{FF2B5EF4-FFF2-40B4-BE49-F238E27FC236}">
                <a16:creationId xmlns:a16="http://schemas.microsoft.com/office/drawing/2014/main" id="{1F229306-2292-4956-6269-65A0546A824E}"/>
              </a:ext>
            </a:extLst>
          </p:cNvPr>
          <p:cNvSpPr>
            <a:spLocks noGrp="1"/>
          </p:cNvSpPr>
          <p:nvPr>
            <p:ph type="body" sz="quarter" idx="11" hasCustomPrompt="1"/>
          </p:nvPr>
        </p:nvSpPr>
        <p:spPr>
          <a:xfrm>
            <a:off x="458115" y="1371600"/>
            <a:ext cx="23467773" cy="914400"/>
          </a:xfrm>
          <a:prstGeom prst="rect">
            <a:avLst/>
          </a:prstGeom>
        </p:spPr>
        <p:txBody>
          <a:bodyPr lIns="182880" tIns="91440" bIns="91440" anchor="ctr"/>
          <a:lstStyle>
            <a:lvl1pPr marL="0" indent="0">
              <a:lnSpc>
                <a:spcPct val="100000"/>
              </a:lnSpc>
              <a:spcBef>
                <a:spcPts val="0"/>
              </a:spcBef>
              <a:buNone/>
              <a:defRPr sz="3599" b="0" i="0">
                <a:solidFill>
                  <a:schemeClr val="bg1"/>
                </a:solidFill>
                <a:latin typeface="Lato Light" panose="020F0302020204030203" pitchFamily="34" charset="77"/>
                <a:cs typeface="Arial" panose="020B0604020202020204" pitchFamily="34" charset="0"/>
              </a:defRPr>
            </a:lvl1pPr>
          </a:lstStyle>
          <a:p>
            <a:pPr lvl="0"/>
            <a:r>
              <a:rPr lang="en-US"/>
              <a:t>Click to add subtitle</a:t>
            </a:r>
          </a:p>
        </p:txBody>
      </p:sp>
      <p:sp>
        <p:nvSpPr>
          <p:cNvPr id="6" name="Text Placeholder 3">
            <a:extLst>
              <a:ext uri="{FF2B5EF4-FFF2-40B4-BE49-F238E27FC236}">
                <a16:creationId xmlns:a16="http://schemas.microsoft.com/office/drawing/2014/main" id="{214DB2D1-0679-5A00-E6DA-5B237DBF37F0}"/>
              </a:ext>
            </a:extLst>
          </p:cNvPr>
          <p:cNvSpPr>
            <a:spLocks noGrp="1"/>
          </p:cNvSpPr>
          <p:nvPr>
            <p:ph type="body" sz="quarter" idx="12"/>
          </p:nvPr>
        </p:nvSpPr>
        <p:spPr>
          <a:xfrm>
            <a:off x="458116" y="2286000"/>
            <a:ext cx="23467773" cy="10312400"/>
          </a:xfrm>
          <a:prstGeom prst="rect">
            <a:avLst/>
          </a:prstGeom>
        </p:spPr>
        <p:txBody>
          <a:bodyPr lIns="182880"/>
          <a:lstStyle>
            <a:lvl1pPr marL="0" indent="0">
              <a:lnSpc>
                <a:spcPct val="120000"/>
              </a:lnSpc>
              <a:spcBef>
                <a:spcPts val="0"/>
              </a:spcBef>
              <a:spcAft>
                <a:spcPts val="2399"/>
              </a:spcAft>
              <a:buNone/>
              <a:defRPr sz="3999" b="0" i="0">
                <a:solidFill>
                  <a:schemeClr val="bg1"/>
                </a:solidFill>
                <a:latin typeface="Lato" panose="020F0502020204030203" pitchFamily="34" charset="77"/>
                <a:cs typeface="Arial" panose="020B0604020202020204" pitchFamily="34" charset="0"/>
              </a:defRPr>
            </a:lvl1pPr>
            <a:lvl2pPr>
              <a:lnSpc>
                <a:spcPct val="120000"/>
              </a:lnSpc>
              <a:spcBef>
                <a:spcPts val="0"/>
              </a:spcBef>
              <a:spcAft>
                <a:spcPts val="2399"/>
              </a:spcAft>
              <a:defRPr sz="3999" b="0" i="0">
                <a:solidFill>
                  <a:schemeClr val="bg1"/>
                </a:solidFill>
                <a:latin typeface="Lato" panose="020F0502020204030203" pitchFamily="34" charset="77"/>
                <a:cs typeface="Arial" panose="020B0604020202020204" pitchFamily="34" charset="0"/>
              </a:defRPr>
            </a:lvl2pPr>
            <a:lvl3pPr marL="2284743" indent="-456949">
              <a:lnSpc>
                <a:spcPct val="120000"/>
              </a:lnSpc>
              <a:spcBef>
                <a:spcPts val="0"/>
              </a:spcBef>
              <a:spcAft>
                <a:spcPts val="2399"/>
              </a:spcAft>
              <a:buFont typeface="Courier New" panose="02070309020205020404" pitchFamily="49" charset="0"/>
              <a:buChar char="o"/>
              <a:defRPr sz="3999" b="0" i="0">
                <a:solidFill>
                  <a:schemeClr val="bg1"/>
                </a:solidFill>
                <a:latin typeface="Lato" panose="020F0502020204030203" pitchFamily="34" charset="77"/>
                <a:cs typeface="Arial" panose="020B0604020202020204" pitchFamily="34" charset="0"/>
              </a:defRPr>
            </a:lvl3pPr>
            <a:lvl4pPr marL="3198640" indent="-456949">
              <a:lnSpc>
                <a:spcPct val="120000"/>
              </a:lnSpc>
              <a:spcBef>
                <a:spcPts val="0"/>
              </a:spcBef>
              <a:spcAft>
                <a:spcPts val="2399"/>
              </a:spcAft>
              <a:buFont typeface="Wingdings" pitchFamily="2" charset="2"/>
              <a:buChar char="§"/>
              <a:defRPr sz="3999" b="0" i="0">
                <a:solidFill>
                  <a:schemeClr val="bg1"/>
                </a:solidFill>
                <a:latin typeface="Lato" panose="020F0502020204030203" pitchFamily="34" charset="77"/>
                <a:cs typeface="Arial" panose="020B0604020202020204" pitchFamily="34" charset="0"/>
              </a:defRPr>
            </a:lvl4pPr>
            <a:lvl5pPr marL="4112537" indent="-456949">
              <a:lnSpc>
                <a:spcPct val="120000"/>
              </a:lnSpc>
              <a:spcBef>
                <a:spcPts val="0"/>
              </a:spcBef>
              <a:spcAft>
                <a:spcPts val="2399"/>
              </a:spcAft>
              <a:buFont typeface="Wingdings" pitchFamily="2" charset="2"/>
              <a:buChar char="q"/>
              <a:defRPr sz="3999" b="0" i="0">
                <a:solidFill>
                  <a:schemeClr val="bg1"/>
                </a:solidFill>
                <a:latin typeface="Lato" panose="020F0502020204030203" pitchFamily="34" charset="77"/>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86801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Thank you slid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566ECC-20A7-6D22-4747-43A108747BFC}"/>
              </a:ext>
            </a:extLst>
          </p:cNvPr>
          <p:cNvSpPr txBox="1"/>
          <p:nvPr userDrawn="1"/>
        </p:nvSpPr>
        <p:spPr>
          <a:xfrm>
            <a:off x="9225511" y="6073170"/>
            <a:ext cx="5932977" cy="1569660"/>
          </a:xfrm>
          <a:prstGeom prst="rect">
            <a:avLst/>
          </a:prstGeom>
          <a:noFill/>
        </p:spPr>
        <p:txBody>
          <a:bodyPr wrap="none" rtlCol="0">
            <a:spAutoFit/>
          </a:bodyPr>
          <a:lstStyle/>
          <a:p>
            <a:r>
              <a:rPr lang="en-US" sz="9600">
                <a:solidFill>
                  <a:schemeClr val="bg1"/>
                </a:solidFill>
                <a:latin typeface="Lato" panose="020F0502020204030203" pitchFamily="34" charset="77"/>
                <a:cs typeface="Arial" panose="020B0604020202020204" pitchFamily="34" charset="0"/>
              </a:rPr>
              <a:t>Thank you</a:t>
            </a:r>
          </a:p>
        </p:txBody>
      </p:sp>
    </p:spTree>
    <p:extLst>
      <p:ext uri="{BB962C8B-B14F-4D97-AF65-F5344CB8AC3E}">
        <p14:creationId xmlns:p14="http://schemas.microsoft.com/office/powerpoint/2010/main" val="489119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slide">
    <p:spTree>
      <p:nvGrpSpPr>
        <p:cNvPr id="1" name=""/>
        <p:cNvGrpSpPr/>
        <p:nvPr/>
      </p:nvGrpSpPr>
      <p:grpSpPr>
        <a:xfrm>
          <a:off x="0" y="0"/>
          <a:ext cx="0" cy="0"/>
          <a:chOff x="0" y="0"/>
          <a:chExt cx="0" cy="0"/>
        </a:xfrm>
      </p:grpSpPr>
      <p:sp>
        <p:nvSpPr>
          <p:cNvPr id="7" name="Title Text">
            <a:extLst>
              <a:ext uri="{FF2B5EF4-FFF2-40B4-BE49-F238E27FC236}">
                <a16:creationId xmlns:a16="http://schemas.microsoft.com/office/drawing/2014/main" id="{14EF0C9A-1083-4E30-9B02-2798751D4BC0}"/>
              </a:ext>
            </a:extLst>
          </p:cNvPr>
          <p:cNvSpPr txBox="1">
            <a:spLocks noGrp="1"/>
          </p:cNvSpPr>
          <p:nvPr>
            <p:ph type="title" hasCustomPrompt="1"/>
          </p:nvPr>
        </p:nvSpPr>
        <p:spPr>
          <a:xfrm>
            <a:off x="1625602" y="4533900"/>
            <a:ext cx="21132800" cy="4648200"/>
          </a:xfrm>
          <a:prstGeom prst="rect">
            <a:avLst/>
          </a:prstGeom>
        </p:spPr>
        <p:txBody>
          <a:bodyPr anchor="ctr">
            <a:normAutofit/>
          </a:bodyPr>
          <a:lstStyle>
            <a:lvl1pPr algn="l">
              <a:defRPr sz="7996" b="1" i="0">
                <a:solidFill>
                  <a:schemeClr val="bg1"/>
                </a:solidFill>
                <a:latin typeface="Lato" panose="020F0502020204030203" pitchFamily="34" charset="77"/>
                <a:ea typeface="Roboto" panose="02000000000000000000" pitchFamily="2" charset="0"/>
                <a:cs typeface="Arial" panose="020B0604020202020204" pitchFamily="34" charset="0"/>
              </a:defRPr>
            </a:lvl1pPr>
          </a:lstStyle>
          <a:p>
            <a:r>
              <a:rPr lang="en-US"/>
              <a:t>Section</a:t>
            </a:r>
            <a:r>
              <a:t> Text</a:t>
            </a:r>
          </a:p>
        </p:txBody>
      </p:sp>
      <p:pic>
        <p:nvPicPr>
          <p:cNvPr id="3" name="Picture 2">
            <a:extLst>
              <a:ext uri="{FF2B5EF4-FFF2-40B4-BE49-F238E27FC236}">
                <a16:creationId xmlns:a16="http://schemas.microsoft.com/office/drawing/2014/main" id="{770D01B2-4117-1F90-1B6A-3AD04E47BAED}"/>
              </a:ext>
            </a:extLst>
          </p:cNvPr>
          <p:cNvPicPr>
            <a:picLocks noChangeAspect="1"/>
          </p:cNvPicPr>
          <p:nvPr userDrawn="1"/>
        </p:nvPicPr>
        <p:blipFill>
          <a:blip r:embed="rId2" cstate="screen">
            <a:alphaModFix amt="41000"/>
            <a:extLst>
              <a:ext uri="{28A0092B-C50C-407E-A947-70E740481C1C}">
                <a14:useLocalDpi xmlns:a14="http://schemas.microsoft.com/office/drawing/2010/main"/>
              </a:ext>
            </a:extLst>
          </a:blip>
          <a:srcRect/>
          <a:stretch/>
        </p:blipFill>
        <p:spPr>
          <a:xfrm>
            <a:off x="21550331" y="12729411"/>
            <a:ext cx="2571746" cy="721894"/>
          </a:xfrm>
          <a:prstGeom prst="rect">
            <a:avLst/>
          </a:prstGeom>
        </p:spPr>
      </p:pic>
      <p:sp>
        <p:nvSpPr>
          <p:cNvPr id="4" name="TextBox 17">
            <a:extLst>
              <a:ext uri="{FF2B5EF4-FFF2-40B4-BE49-F238E27FC236}">
                <a16:creationId xmlns:a16="http://schemas.microsoft.com/office/drawing/2014/main" id="{6C9F7A1B-C1AC-BBBE-C93E-D760335CCFDC}"/>
              </a:ext>
            </a:extLst>
          </p:cNvPr>
          <p:cNvSpPr txBox="1"/>
          <p:nvPr userDrawn="1"/>
        </p:nvSpPr>
        <p:spPr>
          <a:xfrm>
            <a:off x="574494" y="12981162"/>
            <a:ext cx="5854978" cy="36901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6" rIns="45696">
            <a:spAutoFit/>
          </a:bodyPr>
          <a:lstStyle>
            <a:lvl1pPr algn="l">
              <a:defRPr sz="1800">
                <a:solidFill>
                  <a:srgbClr val="A7A7A7"/>
                </a:solidFill>
              </a:defRPr>
            </a:lvl1pPr>
          </a:lstStyle>
          <a:p>
            <a:pPr marL="0" marR="0" lvl="0" indent="0" algn="l" defTabSz="825046" rtl="0" eaLnBrk="1" fontAlgn="auto" latinLnBrk="0" hangingPunct="0">
              <a:lnSpc>
                <a:spcPct val="100000"/>
              </a:lnSpc>
              <a:spcBef>
                <a:spcPts val="0"/>
              </a:spcBef>
              <a:spcAft>
                <a:spcPts val="0"/>
              </a:spcAft>
              <a:buClrTx/>
              <a:buSzTx/>
              <a:buFontTx/>
              <a:buNone/>
              <a:tabLst/>
              <a:defRPr/>
            </a:pPr>
            <a:r>
              <a:rPr kumimoji="0" sz="1798" b="0" i="0" u="none" strike="noStrike" kern="0" cap="none" spc="0" normalizeH="0" baseline="0" noProof="0">
                <a:ln>
                  <a:noFill/>
                </a:ln>
                <a:solidFill>
                  <a:schemeClr val="bg1">
                    <a:alpha val="57000"/>
                  </a:schemeClr>
                </a:solidFill>
                <a:effectLst/>
                <a:uLnTx/>
                <a:uFillTx/>
                <a:latin typeface="Lato Light" panose="020F0302020204030203" pitchFamily="34" charset="77"/>
                <a:ea typeface="+mn-ea"/>
                <a:cs typeface="Poppins Light" pitchFamily="2" charset="77"/>
                <a:sym typeface="Roboto"/>
              </a:rPr>
              <a:t>Impetus Proprietary and Confidential</a:t>
            </a:r>
          </a:p>
        </p:txBody>
      </p:sp>
    </p:spTree>
    <p:extLst>
      <p:ext uri="{BB962C8B-B14F-4D97-AF65-F5344CB8AC3E}">
        <p14:creationId xmlns:p14="http://schemas.microsoft.com/office/powerpoint/2010/main" val="1683399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reserve="1">
  <p:cSld name="Title — Subtitle">
    <p:spTree>
      <p:nvGrpSpPr>
        <p:cNvPr id="1" name=""/>
        <p:cNvGrpSpPr/>
        <p:nvPr/>
      </p:nvGrpSpPr>
      <p:grpSpPr>
        <a:xfrm>
          <a:off x="0" y="0"/>
          <a:ext cx="0" cy="0"/>
          <a:chOff x="0" y="0"/>
          <a:chExt cx="0" cy="0"/>
        </a:xfrm>
      </p:grpSpPr>
      <p:sp>
        <p:nvSpPr>
          <p:cNvPr id="21" name="Title Text"/>
          <p:cNvSpPr txBox="1">
            <a:spLocks noGrp="1"/>
          </p:cNvSpPr>
          <p:nvPr>
            <p:ph type="title"/>
          </p:nvPr>
        </p:nvSpPr>
        <p:spPr>
          <a:xfrm>
            <a:off x="1625600" y="2298700"/>
            <a:ext cx="21132800" cy="4648200"/>
          </a:xfrm>
          <a:prstGeom prst="rect">
            <a:avLst/>
          </a:prstGeom>
        </p:spPr>
        <p:txBody>
          <a:bodyPr anchor="b"/>
          <a:lstStyle/>
          <a:p>
            <a:r>
              <a:t>Title Text</a:t>
            </a:r>
          </a:p>
        </p:txBody>
      </p:sp>
      <p:sp>
        <p:nvSpPr>
          <p:cNvPr id="22" name="Body Level One…"/>
          <p:cNvSpPr txBox="1">
            <a:spLocks noGrp="1"/>
          </p:cNvSpPr>
          <p:nvPr>
            <p:ph type="body" sz="half" idx="1"/>
          </p:nvPr>
        </p:nvSpPr>
        <p:spPr>
          <a:xfrm>
            <a:off x="1625600" y="7073900"/>
            <a:ext cx="21132800" cy="4112506"/>
          </a:xfrm>
          <a:prstGeom prst="rect">
            <a:avLst/>
          </a:prstGeom>
        </p:spPr>
        <p:txBody>
          <a:bodyPr/>
          <a:lstStyle>
            <a:lvl1pPr>
              <a:lnSpc>
                <a:spcPct val="100000"/>
              </a:lnSpc>
              <a:spcBef>
                <a:spcPts val="0"/>
              </a:spcBef>
              <a:defRPr sz="5400">
                <a:solidFill>
                  <a:schemeClr val="bg1">
                    <a:lumMod val="85000"/>
                  </a:schemeClr>
                </a:solidFill>
              </a:defRPr>
            </a:lvl1pPr>
            <a:lvl2pPr marL="0" indent="0">
              <a:lnSpc>
                <a:spcPct val="100000"/>
              </a:lnSpc>
              <a:spcBef>
                <a:spcPts val="0"/>
              </a:spcBef>
              <a:buSzTx/>
              <a:buNone/>
              <a:defRPr sz="5400">
                <a:solidFill>
                  <a:schemeClr val="bg1">
                    <a:lumMod val="85000"/>
                  </a:schemeClr>
                </a:solidFill>
              </a:defRPr>
            </a:lvl2pPr>
            <a:lvl3pPr marL="0" indent="0">
              <a:lnSpc>
                <a:spcPct val="100000"/>
              </a:lnSpc>
              <a:spcBef>
                <a:spcPts val="0"/>
              </a:spcBef>
              <a:buSzTx/>
              <a:buNone/>
              <a:defRPr sz="5400">
                <a:solidFill>
                  <a:schemeClr val="bg1">
                    <a:lumMod val="85000"/>
                  </a:schemeClr>
                </a:solidFill>
              </a:defRPr>
            </a:lvl3pPr>
            <a:lvl4pPr marL="0" indent="0">
              <a:lnSpc>
                <a:spcPct val="100000"/>
              </a:lnSpc>
              <a:spcBef>
                <a:spcPts val="0"/>
              </a:spcBef>
              <a:buSzTx/>
              <a:buNone/>
              <a:defRPr sz="5400">
                <a:solidFill>
                  <a:schemeClr val="bg1">
                    <a:lumMod val="85000"/>
                  </a:schemeClr>
                </a:solidFill>
              </a:defRPr>
            </a:lvl4pPr>
            <a:lvl5pPr marL="0" indent="0">
              <a:lnSpc>
                <a:spcPct val="100000"/>
              </a:lnSpc>
              <a:spcBef>
                <a:spcPts val="0"/>
              </a:spcBef>
              <a:buSzTx/>
              <a:buNone/>
              <a:defRPr sz="5400">
                <a:solidFill>
                  <a:schemeClr val="bg1">
                    <a:lumMod val="85000"/>
                  </a:schemeClr>
                </a:solidFill>
              </a:defRPr>
            </a:lvl5pPr>
          </a:lstStyle>
          <a:p>
            <a:r>
              <a:t>Body Level One</a:t>
            </a:r>
          </a:p>
          <a:p>
            <a:pPr lvl="1"/>
            <a:r>
              <a:t>Body Level Two</a:t>
            </a:r>
          </a:p>
          <a:p>
            <a:pPr lvl="2"/>
            <a:r>
              <a:t>Body Level Three</a:t>
            </a:r>
          </a:p>
          <a:p>
            <a:pPr lvl="3"/>
            <a:r>
              <a:t>Body Level Four</a:t>
            </a:r>
          </a:p>
          <a:p>
            <a:pPr lvl="4"/>
            <a:r>
              <a:t>Body Level Five</a:t>
            </a:r>
          </a:p>
        </p:txBody>
      </p:sp>
      <p:sp>
        <p:nvSpPr>
          <p:cNvPr id="5" name="Slide Number Placeholder 6">
            <a:extLst>
              <a:ext uri="{FF2B5EF4-FFF2-40B4-BE49-F238E27FC236}">
                <a16:creationId xmlns:a16="http://schemas.microsoft.com/office/drawing/2014/main" id="{BC3CB944-300D-7F4D-ABB5-B787FB948C1A}"/>
              </a:ext>
            </a:extLst>
          </p:cNvPr>
          <p:cNvSpPr>
            <a:spLocks noGrp="1"/>
          </p:cNvSpPr>
          <p:nvPr>
            <p:ph type="sldNum" sz="quarter" idx="4"/>
          </p:nvPr>
        </p:nvSpPr>
        <p:spPr>
          <a:xfrm>
            <a:off x="9448800" y="12727917"/>
            <a:ext cx="5486400" cy="730250"/>
          </a:xfrm>
          <a:prstGeom prst="rect">
            <a:avLst/>
          </a:prstGeom>
        </p:spPr>
        <p:txBody>
          <a:bodyPr vert="horz" lIns="91440" tIns="45720" rIns="91440" bIns="45720" rtlCol="0" anchor="ctr"/>
          <a:lstStyle>
            <a:lvl1pPr algn="ctr">
              <a:defRPr sz="2800" b="0" i="0">
                <a:solidFill>
                  <a:schemeClr val="bg1"/>
                </a:solidFill>
              </a:defRPr>
            </a:lvl1pPr>
          </a:lstStyle>
          <a:p>
            <a:fld id="{8DC54A33-A41F-1448-B98F-72ACA2661604}" type="slidenum">
              <a:rPr lang="en-US" smtClean="0"/>
              <a:pPr/>
              <a:t>‹#›</a:t>
            </a:fld>
            <a:endParaRPr lang="en-US"/>
          </a:p>
        </p:txBody>
      </p:sp>
    </p:spTree>
    <p:extLst>
      <p:ext uri="{BB962C8B-B14F-4D97-AF65-F5344CB8AC3E}">
        <p14:creationId xmlns:p14="http://schemas.microsoft.com/office/powerpoint/2010/main" val="3419545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2C2C2C"/>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5473094-BA64-0CB8-6FAB-84B09E67028C}"/>
              </a:ext>
            </a:extLst>
          </p:cNvPr>
          <p:cNvPicPr>
            <a:picLocks noChangeAspect="1"/>
          </p:cNvPicPr>
          <p:nvPr userDrawn="1"/>
        </p:nvPicPr>
        <p:blipFill>
          <a:blip r:embed="rId14" cstate="print">
            <a:extLst>
              <a:ext uri="{28A0092B-C50C-407E-A947-70E740481C1C}">
                <a14:useLocalDpi xmlns:a14="http://schemas.microsoft.com/office/drawing/2010/main" val="0"/>
              </a:ext>
            </a:extLst>
          </a:blip>
          <a:srcRect/>
          <a:stretch/>
        </p:blipFill>
        <p:spPr>
          <a:xfrm>
            <a:off x="21550330" y="12729413"/>
            <a:ext cx="2571747" cy="721894"/>
          </a:xfrm>
          <a:prstGeom prst="rect">
            <a:avLst/>
          </a:prstGeom>
        </p:spPr>
      </p:pic>
      <p:sp>
        <p:nvSpPr>
          <p:cNvPr id="3" name="TextBox 17">
            <a:extLst>
              <a:ext uri="{FF2B5EF4-FFF2-40B4-BE49-F238E27FC236}">
                <a16:creationId xmlns:a16="http://schemas.microsoft.com/office/drawing/2014/main" id="{16E1D8DD-95D2-2328-BA90-9AC4FC7A598B}"/>
              </a:ext>
            </a:extLst>
          </p:cNvPr>
          <p:cNvSpPr txBox="1"/>
          <p:nvPr userDrawn="1"/>
        </p:nvSpPr>
        <p:spPr>
          <a:xfrm>
            <a:off x="574494" y="12981162"/>
            <a:ext cx="5854978" cy="36901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6" rIns="45696">
            <a:spAutoFit/>
          </a:bodyPr>
          <a:lstStyle>
            <a:lvl1pPr algn="l">
              <a:defRPr sz="1800">
                <a:solidFill>
                  <a:srgbClr val="A7A7A7"/>
                </a:solidFill>
              </a:defRPr>
            </a:lvl1pPr>
          </a:lstStyle>
          <a:p>
            <a:pPr marL="0" marR="0" lvl="0" indent="0" algn="l" defTabSz="825046" rtl="0" eaLnBrk="1" fontAlgn="auto" latinLnBrk="0" hangingPunct="0">
              <a:lnSpc>
                <a:spcPct val="100000"/>
              </a:lnSpc>
              <a:spcBef>
                <a:spcPts val="0"/>
              </a:spcBef>
              <a:spcAft>
                <a:spcPts val="0"/>
              </a:spcAft>
              <a:buClrTx/>
              <a:buSzTx/>
              <a:buFontTx/>
              <a:buNone/>
              <a:tabLst/>
              <a:defRPr/>
            </a:pPr>
            <a:r>
              <a:rPr kumimoji="0" sz="1798" b="0" i="0" u="none" strike="noStrike" kern="0" cap="none" spc="0" normalizeH="0" baseline="0" noProof="0">
                <a:ln>
                  <a:noFill/>
                </a:ln>
                <a:solidFill>
                  <a:schemeClr val="bg1">
                    <a:lumMod val="75000"/>
                    <a:alpha val="57000"/>
                  </a:schemeClr>
                </a:solidFill>
                <a:effectLst/>
                <a:uLnTx/>
                <a:uFillTx/>
                <a:latin typeface="Lato Light" panose="020F0302020204030203" pitchFamily="34" charset="77"/>
                <a:ea typeface="+mn-ea"/>
                <a:cs typeface="Poppins Light" pitchFamily="2" charset="77"/>
                <a:sym typeface="Roboto"/>
              </a:rPr>
              <a:t>Impetus Proprietary and Confidential</a:t>
            </a:r>
          </a:p>
        </p:txBody>
      </p:sp>
    </p:spTree>
    <p:extLst>
      <p:ext uri="{BB962C8B-B14F-4D97-AF65-F5344CB8AC3E}">
        <p14:creationId xmlns:p14="http://schemas.microsoft.com/office/powerpoint/2010/main" val="3889126285"/>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827887" rtl="0" eaLnBrk="1" latinLnBrk="0" hangingPunct="1">
        <a:lnSpc>
          <a:spcPct val="90000"/>
        </a:lnSpc>
        <a:spcBef>
          <a:spcPct val="0"/>
        </a:spcBef>
        <a:buNone/>
        <a:defRPr sz="8796" kern="1200">
          <a:solidFill>
            <a:schemeClr val="tx1"/>
          </a:solidFill>
          <a:latin typeface="+mj-lt"/>
          <a:ea typeface="+mj-ea"/>
          <a:cs typeface="+mj-cs"/>
        </a:defRPr>
      </a:lvl1pPr>
    </p:titleStyle>
    <p:bodyStyle>
      <a:lvl1pPr marL="456972" indent="-456972" algn="l" defTabSz="1827887" rtl="0" eaLnBrk="1" latinLnBrk="0" hangingPunct="1">
        <a:lnSpc>
          <a:spcPct val="90000"/>
        </a:lnSpc>
        <a:spcBef>
          <a:spcPts val="2000"/>
        </a:spcBef>
        <a:buFont typeface="Arial" panose="020B0604020202020204" pitchFamily="34" charset="0"/>
        <a:buChar char="•"/>
        <a:defRPr sz="5599" kern="1200">
          <a:solidFill>
            <a:schemeClr val="tx1"/>
          </a:solidFill>
          <a:latin typeface="+mn-lt"/>
          <a:ea typeface="+mn-ea"/>
          <a:cs typeface="+mn-cs"/>
        </a:defRPr>
      </a:lvl1pPr>
      <a:lvl2pPr marL="1370915" indent="-456972" algn="l" defTabSz="1827887" rtl="0" eaLnBrk="1" latinLnBrk="0" hangingPunct="1">
        <a:lnSpc>
          <a:spcPct val="90000"/>
        </a:lnSpc>
        <a:spcBef>
          <a:spcPts val="1000"/>
        </a:spcBef>
        <a:buFont typeface="Arial" panose="020B0604020202020204" pitchFamily="34" charset="0"/>
        <a:buChar char="•"/>
        <a:defRPr sz="4799" kern="1200">
          <a:solidFill>
            <a:schemeClr val="tx1"/>
          </a:solidFill>
          <a:latin typeface="+mn-lt"/>
          <a:ea typeface="+mn-ea"/>
          <a:cs typeface="+mn-cs"/>
        </a:defRPr>
      </a:lvl2pPr>
      <a:lvl3pPr marL="2284859" indent="-456972" algn="l" defTabSz="1827887" rtl="0" eaLnBrk="1" latinLnBrk="0" hangingPunct="1">
        <a:lnSpc>
          <a:spcPct val="90000"/>
        </a:lnSpc>
        <a:spcBef>
          <a:spcPts val="1000"/>
        </a:spcBef>
        <a:buFont typeface="Arial" panose="020B0604020202020204" pitchFamily="34" charset="0"/>
        <a:buChar char="•"/>
        <a:defRPr sz="3999" kern="1200">
          <a:solidFill>
            <a:schemeClr val="tx1"/>
          </a:solidFill>
          <a:latin typeface="+mn-lt"/>
          <a:ea typeface="+mn-ea"/>
          <a:cs typeface="+mn-cs"/>
        </a:defRPr>
      </a:lvl3pPr>
      <a:lvl4pPr marL="3198800" indent="-456972" algn="l" defTabSz="1827887"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4pPr>
      <a:lvl5pPr marL="4112744" indent="-456972" algn="l" defTabSz="1827887"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5pPr>
      <a:lvl6pPr marL="5026687" indent="-456972" algn="l" defTabSz="1827887"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0628" indent="-456972" algn="l" defTabSz="1827887"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4572" indent="-456972" algn="l" defTabSz="1827887"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68515" indent="-456972" algn="l" defTabSz="1827887"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p:bodyStyle>
    <p:otherStyle>
      <a:defPPr>
        <a:defRPr lang="en-US"/>
      </a:defPPr>
      <a:lvl1pPr marL="0" algn="l" defTabSz="1827887" rtl="0" eaLnBrk="1" latinLnBrk="0" hangingPunct="1">
        <a:defRPr sz="3599" kern="1200">
          <a:solidFill>
            <a:schemeClr val="tx1"/>
          </a:solidFill>
          <a:latin typeface="+mn-lt"/>
          <a:ea typeface="+mn-ea"/>
          <a:cs typeface="+mn-cs"/>
        </a:defRPr>
      </a:lvl1pPr>
      <a:lvl2pPr marL="913943" algn="l" defTabSz="1827887" rtl="0" eaLnBrk="1" latinLnBrk="0" hangingPunct="1">
        <a:defRPr sz="3599" kern="1200">
          <a:solidFill>
            <a:schemeClr val="tx1"/>
          </a:solidFill>
          <a:latin typeface="+mn-lt"/>
          <a:ea typeface="+mn-ea"/>
          <a:cs typeface="+mn-cs"/>
        </a:defRPr>
      </a:lvl2pPr>
      <a:lvl3pPr marL="1827887" algn="l" defTabSz="1827887" rtl="0" eaLnBrk="1" latinLnBrk="0" hangingPunct="1">
        <a:defRPr sz="3599" kern="1200">
          <a:solidFill>
            <a:schemeClr val="tx1"/>
          </a:solidFill>
          <a:latin typeface="+mn-lt"/>
          <a:ea typeface="+mn-ea"/>
          <a:cs typeface="+mn-cs"/>
        </a:defRPr>
      </a:lvl3pPr>
      <a:lvl4pPr marL="2741828" algn="l" defTabSz="1827887" rtl="0" eaLnBrk="1" latinLnBrk="0" hangingPunct="1">
        <a:defRPr sz="3599" kern="1200">
          <a:solidFill>
            <a:schemeClr val="tx1"/>
          </a:solidFill>
          <a:latin typeface="+mn-lt"/>
          <a:ea typeface="+mn-ea"/>
          <a:cs typeface="+mn-cs"/>
        </a:defRPr>
      </a:lvl4pPr>
      <a:lvl5pPr marL="3655772" algn="l" defTabSz="1827887" rtl="0" eaLnBrk="1" latinLnBrk="0" hangingPunct="1">
        <a:defRPr sz="3599" kern="1200">
          <a:solidFill>
            <a:schemeClr val="tx1"/>
          </a:solidFill>
          <a:latin typeface="+mn-lt"/>
          <a:ea typeface="+mn-ea"/>
          <a:cs typeface="+mn-cs"/>
        </a:defRPr>
      </a:lvl5pPr>
      <a:lvl6pPr marL="4569715" algn="l" defTabSz="1827887" rtl="0" eaLnBrk="1" latinLnBrk="0" hangingPunct="1">
        <a:defRPr sz="3599" kern="1200">
          <a:solidFill>
            <a:schemeClr val="tx1"/>
          </a:solidFill>
          <a:latin typeface="+mn-lt"/>
          <a:ea typeface="+mn-ea"/>
          <a:cs typeface="+mn-cs"/>
        </a:defRPr>
      </a:lvl6pPr>
      <a:lvl7pPr marL="5483657" algn="l" defTabSz="1827887" rtl="0" eaLnBrk="1" latinLnBrk="0" hangingPunct="1">
        <a:defRPr sz="3599" kern="1200">
          <a:solidFill>
            <a:schemeClr val="tx1"/>
          </a:solidFill>
          <a:latin typeface="+mn-lt"/>
          <a:ea typeface="+mn-ea"/>
          <a:cs typeface="+mn-cs"/>
        </a:defRPr>
      </a:lvl7pPr>
      <a:lvl8pPr marL="6397600" algn="l" defTabSz="1827887" rtl="0" eaLnBrk="1" latinLnBrk="0" hangingPunct="1">
        <a:defRPr sz="3599" kern="1200">
          <a:solidFill>
            <a:schemeClr val="tx1"/>
          </a:solidFill>
          <a:latin typeface="+mn-lt"/>
          <a:ea typeface="+mn-ea"/>
          <a:cs typeface="+mn-cs"/>
        </a:defRPr>
      </a:lvl8pPr>
      <a:lvl9pPr marL="7311544" algn="l" defTabSz="1827887" rtl="0" eaLnBrk="1" latinLnBrk="0" hangingPunct="1">
        <a:defRPr sz="35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72">
          <p15:clr>
            <a:srgbClr val="F26B43"/>
          </p15:clr>
        </p15:guide>
        <p15:guide id="2" pos="30132">
          <p15:clr>
            <a:srgbClr val="F26B43"/>
          </p15:clr>
        </p15:guide>
        <p15:guide id="3" orient="horz" pos="576">
          <p15:clr>
            <a:srgbClr val="F26B43"/>
          </p15:clr>
        </p15:guide>
        <p15:guide id="4" orient="horz" pos="1670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3E117-774E-9477-DC93-76AC01535885}"/>
              </a:ext>
            </a:extLst>
          </p:cNvPr>
          <p:cNvSpPr>
            <a:spLocks noGrp="1"/>
          </p:cNvSpPr>
          <p:nvPr>
            <p:ph type="title"/>
          </p:nvPr>
        </p:nvSpPr>
        <p:spPr/>
        <p:txBody>
          <a:bodyPr/>
          <a:lstStyle/>
          <a:p>
            <a:r>
              <a:rPr lang="en-US">
                <a:solidFill>
                  <a:schemeClr val="bg1"/>
                </a:solidFill>
              </a:rPr>
              <a:t>AWS &amp; Impetus     GenAI Hackathon</a:t>
            </a:r>
          </a:p>
        </p:txBody>
      </p:sp>
      <p:cxnSp>
        <p:nvCxnSpPr>
          <p:cNvPr id="5" name="Straight Connector 4">
            <a:extLst>
              <a:ext uri="{FF2B5EF4-FFF2-40B4-BE49-F238E27FC236}">
                <a16:creationId xmlns:a16="http://schemas.microsoft.com/office/drawing/2014/main" id="{CEFC1CB6-3D1B-9FA6-2B9B-DCD4EBC3E941}"/>
              </a:ext>
            </a:extLst>
          </p:cNvPr>
          <p:cNvCxnSpPr/>
          <p:nvPr/>
        </p:nvCxnSpPr>
        <p:spPr>
          <a:xfrm>
            <a:off x="8958369" y="3785025"/>
            <a:ext cx="0" cy="136096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6107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C3B758D-D028-46E9-8FA0-668D3FF10472}"/>
              </a:ext>
            </a:extLst>
          </p:cNvPr>
          <p:cNvSpPr>
            <a:spLocks noGrp="1"/>
          </p:cNvSpPr>
          <p:nvPr>
            <p:ph type="body" sz="quarter" idx="10"/>
          </p:nvPr>
        </p:nvSpPr>
        <p:spPr>
          <a:xfrm>
            <a:off x="914400" y="457200"/>
            <a:ext cx="22549104" cy="10018805"/>
          </a:xfrm>
        </p:spPr>
        <p:txBody>
          <a:bodyPr>
            <a:normAutofit/>
          </a:bodyPr>
          <a:lstStyle/>
          <a:p>
            <a:r>
              <a:rPr lang="en-US" sz="4800" dirty="0">
                <a:solidFill>
                  <a:schemeClr val="bg1"/>
                </a:solidFill>
              </a:rPr>
              <a:t>🧳 Use Case: AI-Powered Personalized Travel Planning</a:t>
            </a:r>
          </a:p>
          <a:p>
            <a:r>
              <a:rPr lang="en-US" sz="3600" dirty="0">
                <a:solidFill>
                  <a:schemeClr val="bg1"/>
                </a:solidFill>
              </a:rPr>
              <a:t>❌ Problem:</a:t>
            </a:r>
          </a:p>
          <a:p>
            <a:pPr marL="571500" indent="-571500">
              <a:buFont typeface="Arial" panose="020B0604020202020204" pitchFamily="34" charset="0"/>
              <a:buChar char="•"/>
            </a:pPr>
            <a:r>
              <a:rPr lang="en-US" sz="3600" dirty="0">
                <a:solidFill>
                  <a:schemeClr val="bg1"/>
                </a:solidFill>
              </a:rPr>
              <a:t>Travelers often don’t know what places to see or activities to do</a:t>
            </a:r>
          </a:p>
          <a:p>
            <a:pPr marL="571500" indent="-571500">
              <a:buFont typeface="Arial" panose="020B0604020202020204" pitchFamily="34" charset="0"/>
              <a:buChar char="•"/>
            </a:pPr>
            <a:r>
              <a:rPr lang="en-US" sz="3600" dirty="0">
                <a:solidFill>
                  <a:schemeClr val="bg1"/>
                </a:solidFill>
              </a:rPr>
              <a:t>Planning is time-consuming and scattered across multiple platforms</a:t>
            </a:r>
          </a:p>
          <a:p>
            <a:pPr marL="571500" indent="-571500">
              <a:buFont typeface="Arial" panose="020B0604020202020204" pitchFamily="34" charset="0"/>
              <a:buChar char="•"/>
            </a:pPr>
            <a:r>
              <a:rPr lang="en-US" sz="3600" dirty="0">
                <a:solidFill>
                  <a:schemeClr val="bg1"/>
                </a:solidFill>
              </a:rPr>
              <a:t>Lack of visibility into local events, regional food, and visa rules</a:t>
            </a:r>
          </a:p>
          <a:p>
            <a:pPr marL="571500" indent="-571500">
              <a:buFont typeface="Arial" panose="020B0604020202020204" pitchFamily="34" charset="0"/>
              <a:buChar char="•"/>
            </a:pPr>
            <a:r>
              <a:rPr lang="en-US" sz="3600" dirty="0">
                <a:solidFill>
                  <a:schemeClr val="bg1"/>
                </a:solidFill>
              </a:rPr>
              <a:t>No visual representation of the travel experience</a:t>
            </a:r>
          </a:p>
          <a:p>
            <a:r>
              <a:rPr lang="en-US" sz="3600" dirty="0">
                <a:solidFill>
                  <a:schemeClr val="bg1"/>
                </a:solidFill>
              </a:rPr>
              <a:t>✅ Solution:</a:t>
            </a:r>
          </a:p>
          <a:p>
            <a:pPr marL="571500" indent="-571500">
              <a:buFont typeface="Arial" panose="020B0604020202020204" pitchFamily="34" charset="0"/>
              <a:buChar char="•"/>
            </a:pPr>
            <a:r>
              <a:rPr lang="en-US" sz="3600" dirty="0">
                <a:solidFill>
                  <a:schemeClr val="bg1"/>
                </a:solidFill>
              </a:rPr>
              <a:t>AI-generated itineraries tailored to destination, budget, and interests</a:t>
            </a:r>
          </a:p>
          <a:p>
            <a:pPr marL="571500" indent="-571500">
              <a:buFont typeface="Arial" panose="020B0604020202020204" pitchFamily="34" charset="0"/>
              <a:buChar char="•"/>
            </a:pPr>
            <a:r>
              <a:rPr lang="en-US" sz="3600" dirty="0">
                <a:solidFill>
                  <a:schemeClr val="bg1"/>
                </a:solidFill>
              </a:rPr>
              <a:t>Smart discovery for users unsure of where to go or what to do</a:t>
            </a:r>
          </a:p>
          <a:p>
            <a:pPr marL="571500" indent="-571500">
              <a:buFont typeface="Arial" panose="020B0604020202020204" pitchFamily="34" charset="0"/>
              <a:buChar char="•"/>
            </a:pPr>
            <a:r>
              <a:rPr lang="en-US" sz="3600" dirty="0">
                <a:solidFill>
                  <a:schemeClr val="bg1"/>
                </a:solidFill>
              </a:rPr>
              <a:t>Visual previews of locations, local events, and cuisines using AI</a:t>
            </a:r>
          </a:p>
          <a:p>
            <a:pPr marL="571500" indent="-571500">
              <a:buFont typeface="Arial" panose="020B0604020202020204" pitchFamily="34" charset="0"/>
              <a:buChar char="•"/>
            </a:pPr>
            <a:r>
              <a:rPr lang="en-US" sz="3600" dirty="0">
                <a:solidFill>
                  <a:schemeClr val="bg1"/>
                </a:solidFill>
              </a:rPr>
              <a:t>Weather-aware planning and smart packing lists</a:t>
            </a:r>
          </a:p>
          <a:p>
            <a:pPr marL="571500" indent="-571500">
              <a:buFont typeface="Arial" panose="020B0604020202020204" pitchFamily="34" charset="0"/>
              <a:buChar char="•"/>
            </a:pPr>
            <a:r>
              <a:rPr lang="en-US" sz="3600" dirty="0">
                <a:solidFill>
                  <a:schemeClr val="bg1"/>
                </a:solidFill>
              </a:rPr>
              <a:t>Integrated visa information, hotel suggestions, and PDF export</a:t>
            </a:r>
          </a:p>
        </p:txBody>
      </p:sp>
      <p:sp>
        <p:nvSpPr>
          <p:cNvPr id="7" name="Text Placeholder 6">
            <a:extLst>
              <a:ext uri="{FF2B5EF4-FFF2-40B4-BE49-F238E27FC236}">
                <a16:creationId xmlns:a16="http://schemas.microsoft.com/office/drawing/2014/main" id="{4BD66263-AFBD-A480-A3D6-B2E55656D679}"/>
              </a:ext>
            </a:extLst>
          </p:cNvPr>
          <p:cNvSpPr>
            <a:spLocks noGrp="1"/>
          </p:cNvSpPr>
          <p:nvPr>
            <p:ph type="body" sz="quarter" idx="11"/>
          </p:nvPr>
        </p:nvSpPr>
        <p:spPr>
          <a:xfrm flipH="1">
            <a:off x="25866128" y="10806544"/>
            <a:ext cx="1233363" cy="810491"/>
          </a:xfrm>
        </p:spPr>
        <p:txBody>
          <a:bodyPr>
            <a:noAutofit/>
          </a:bodyPr>
          <a:lstStyle/>
          <a:p>
            <a:endParaRPr lang="en-US" dirty="0"/>
          </a:p>
        </p:txBody>
      </p:sp>
      <p:sp>
        <p:nvSpPr>
          <p:cNvPr id="4" name="Challenge…">
            <a:extLst>
              <a:ext uri="{FF2B5EF4-FFF2-40B4-BE49-F238E27FC236}">
                <a16:creationId xmlns:a16="http://schemas.microsoft.com/office/drawing/2014/main" id="{C788BD69-BF0B-4101-BFA6-17D7514D79CF}"/>
              </a:ext>
            </a:extLst>
          </p:cNvPr>
          <p:cNvSpPr txBox="1">
            <a:spLocks/>
          </p:cNvSpPr>
          <p:nvPr/>
        </p:nvSpPr>
        <p:spPr>
          <a:xfrm>
            <a:off x="1195293" y="10476005"/>
            <a:ext cx="21629255" cy="17188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normAutofit/>
          </a:bodyPr>
          <a:lstStyle>
            <a:lvl1pPr marL="0" marR="0" indent="0" algn="l" defTabSz="825500" rtl="0" latinLnBrk="0">
              <a:lnSpc>
                <a:spcPct val="100000"/>
              </a:lnSpc>
              <a:spcBef>
                <a:spcPts val="0"/>
              </a:spcBef>
              <a:spcAft>
                <a:spcPts val="0"/>
              </a:spcAft>
              <a:buClrTx/>
              <a:buSzTx/>
              <a:buFontTx/>
              <a:buNone/>
              <a:tabLst/>
              <a:defRPr sz="5400" b="0" i="0" u="none" strike="noStrike" cap="none" spc="0" baseline="0">
                <a:solidFill>
                  <a:srgbClr val="929292"/>
                </a:solidFill>
                <a:uFillTx/>
                <a:latin typeface="+mj-lt"/>
                <a:ea typeface="+mj-ea"/>
                <a:cs typeface="+mj-cs"/>
                <a:sym typeface="Arial"/>
              </a:defRPr>
            </a:lvl1pPr>
            <a:lvl2pPr marL="0" marR="0" indent="0" algn="l" defTabSz="825500" rtl="0" latinLnBrk="0">
              <a:lnSpc>
                <a:spcPct val="100000"/>
              </a:lnSpc>
              <a:spcBef>
                <a:spcPts val="0"/>
              </a:spcBef>
              <a:spcAft>
                <a:spcPts val="0"/>
              </a:spcAft>
              <a:buClrTx/>
              <a:buSzTx/>
              <a:buFontTx/>
              <a:buNone/>
              <a:tabLst/>
              <a:defRPr sz="5400" b="0" i="0" u="none" strike="noStrike" cap="none" spc="0" baseline="0">
                <a:solidFill>
                  <a:srgbClr val="929292"/>
                </a:solidFill>
                <a:uFillTx/>
                <a:latin typeface="+mj-lt"/>
                <a:ea typeface="+mj-ea"/>
                <a:cs typeface="+mj-cs"/>
                <a:sym typeface="Arial"/>
              </a:defRPr>
            </a:lvl2pPr>
            <a:lvl3pPr marL="0" marR="0" indent="0" algn="l" defTabSz="825500" rtl="0" latinLnBrk="0">
              <a:lnSpc>
                <a:spcPct val="100000"/>
              </a:lnSpc>
              <a:spcBef>
                <a:spcPts val="0"/>
              </a:spcBef>
              <a:spcAft>
                <a:spcPts val="0"/>
              </a:spcAft>
              <a:buClrTx/>
              <a:buSzTx/>
              <a:buFontTx/>
              <a:buNone/>
              <a:tabLst/>
              <a:defRPr sz="5400" b="0" i="0" u="none" strike="noStrike" cap="none" spc="0" baseline="0">
                <a:solidFill>
                  <a:srgbClr val="929292"/>
                </a:solidFill>
                <a:uFillTx/>
                <a:latin typeface="+mj-lt"/>
                <a:ea typeface="+mj-ea"/>
                <a:cs typeface="+mj-cs"/>
                <a:sym typeface="Arial"/>
              </a:defRPr>
            </a:lvl3pPr>
            <a:lvl4pPr marL="0" marR="0" indent="0" algn="l" defTabSz="825500" rtl="0" latinLnBrk="0">
              <a:lnSpc>
                <a:spcPct val="100000"/>
              </a:lnSpc>
              <a:spcBef>
                <a:spcPts val="0"/>
              </a:spcBef>
              <a:spcAft>
                <a:spcPts val="0"/>
              </a:spcAft>
              <a:buClrTx/>
              <a:buSzTx/>
              <a:buFontTx/>
              <a:buNone/>
              <a:tabLst/>
              <a:defRPr sz="5400" b="0" i="0" u="none" strike="noStrike" cap="none" spc="0" baseline="0">
                <a:solidFill>
                  <a:srgbClr val="929292"/>
                </a:solidFill>
                <a:uFillTx/>
                <a:latin typeface="+mj-lt"/>
                <a:ea typeface="+mj-ea"/>
                <a:cs typeface="+mj-cs"/>
                <a:sym typeface="Arial"/>
              </a:defRPr>
            </a:lvl4pPr>
            <a:lvl5pPr marL="0" marR="0" indent="0" algn="l" defTabSz="825500" rtl="0" latinLnBrk="0">
              <a:lnSpc>
                <a:spcPct val="100000"/>
              </a:lnSpc>
              <a:spcBef>
                <a:spcPts val="0"/>
              </a:spcBef>
              <a:spcAft>
                <a:spcPts val="0"/>
              </a:spcAft>
              <a:buClrTx/>
              <a:buSzTx/>
              <a:buFontTx/>
              <a:buNone/>
              <a:tabLst/>
              <a:defRPr sz="5400" b="0" i="0" u="none" strike="noStrike" cap="none" spc="0" baseline="0">
                <a:solidFill>
                  <a:srgbClr val="929292"/>
                </a:solidFill>
                <a:uFillTx/>
                <a:latin typeface="+mj-lt"/>
                <a:ea typeface="+mj-ea"/>
                <a:cs typeface="+mj-cs"/>
                <a:sym typeface="Arial"/>
              </a:defRPr>
            </a:lvl5pPr>
            <a:lvl6pPr marL="3810000" marR="0" indent="-635000" algn="l" defTabSz="825500" rtl="0" latinLnBrk="0">
              <a:lnSpc>
                <a:spcPct val="120000"/>
              </a:lnSpc>
              <a:spcBef>
                <a:spcPts val="3200"/>
              </a:spcBef>
              <a:spcAft>
                <a:spcPts val="0"/>
              </a:spcAft>
              <a:buClrTx/>
              <a:buSzPct val="125000"/>
              <a:buFontTx/>
              <a:buChar char="•"/>
              <a:tabLst/>
              <a:defRPr sz="4800" b="0" i="0" u="none" strike="noStrike" cap="none" spc="0" baseline="0">
                <a:solidFill>
                  <a:srgbClr val="5E5E5E"/>
                </a:solidFill>
                <a:uFillTx/>
                <a:latin typeface="+mj-lt"/>
                <a:ea typeface="+mj-ea"/>
                <a:cs typeface="+mj-cs"/>
                <a:sym typeface="Arial"/>
              </a:defRPr>
            </a:lvl6pPr>
            <a:lvl7pPr marL="4445000" marR="0" indent="-635000" algn="l" defTabSz="825500" rtl="0" latinLnBrk="0">
              <a:lnSpc>
                <a:spcPct val="120000"/>
              </a:lnSpc>
              <a:spcBef>
                <a:spcPts val="3200"/>
              </a:spcBef>
              <a:spcAft>
                <a:spcPts val="0"/>
              </a:spcAft>
              <a:buClrTx/>
              <a:buSzPct val="125000"/>
              <a:buFontTx/>
              <a:buChar char="•"/>
              <a:tabLst/>
              <a:defRPr sz="4800" b="0" i="0" u="none" strike="noStrike" cap="none" spc="0" baseline="0">
                <a:solidFill>
                  <a:srgbClr val="5E5E5E"/>
                </a:solidFill>
                <a:uFillTx/>
                <a:latin typeface="+mj-lt"/>
                <a:ea typeface="+mj-ea"/>
                <a:cs typeface="+mj-cs"/>
                <a:sym typeface="Arial"/>
              </a:defRPr>
            </a:lvl7pPr>
            <a:lvl8pPr marL="5080000" marR="0" indent="-635000" algn="l" defTabSz="825500" rtl="0" latinLnBrk="0">
              <a:lnSpc>
                <a:spcPct val="120000"/>
              </a:lnSpc>
              <a:spcBef>
                <a:spcPts val="3200"/>
              </a:spcBef>
              <a:spcAft>
                <a:spcPts val="0"/>
              </a:spcAft>
              <a:buClrTx/>
              <a:buSzPct val="125000"/>
              <a:buFontTx/>
              <a:buChar char="•"/>
              <a:tabLst/>
              <a:defRPr sz="4800" b="0" i="0" u="none" strike="noStrike" cap="none" spc="0" baseline="0">
                <a:solidFill>
                  <a:srgbClr val="5E5E5E"/>
                </a:solidFill>
                <a:uFillTx/>
                <a:latin typeface="+mj-lt"/>
                <a:ea typeface="+mj-ea"/>
                <a:cs typeface="+mj-cs"/>
                <a:sym typeface="Arial"/>
              </a:defRPr>
            </a:lvl8pPr>
            <a:lvl9pPr marL="5715000" marR="0" indent="-635000" algn="l" defTabSz="825500" rtl="0" latinLnBrk="0">
              <a:lnSpc>
                <a:spcPct val="120000"/>
              </a:lnSpc>
              <a:spcBef>
                <a:spcPts val="3200"/>
              </a:spcBef>
              <a:spcAft>
                <a:spcPts val="0"/>
              </a:spcAft>
              <a:buClrTx/>
              <a:buSzPct val="125000"/>
              <a:buFontTx/>
              <a:buChar char="•"/>
              <a:tabLst/>
              <a:defRPr sz="4800" b="0" i="0" u="none" strike="noStrike" cap="none" spc="0" baseline="0">
                <a:solidFill>
                  <a:srgbClr val="5E5E5E"/>
                </a:solidFill>
                <a:uFillTx/>
                <a:latin typeface="+mj-lt"/>
                <a:ea typeface="+mj-ea"/>
                <a:cs typeface="+mj-cs"/>
                <a:sym typeface="Arial"/>
              </a:defRPr>
            </a:lvl9pPr>
          </a:lstStyle>
          <a:p>
            <a:pPr defTabSz="800735" hangingPunct="1">
              <a:spcBef>
                <a:spcPts val="1500"/>
              </a:spcBef>
              <a:buSzPct val="125000"/>
              <a:defRPr sz="4656"/>
            </a:pPr>
            <a:r>
              <a:rPr lang="en-US" sz="2800" dirty="0">
                <a:latin typeface="Lato"/>
                <a:ea typeface="Lato"/>
                <a:cs typeface="Lato"/>
              </a:rPr>
              <a:t>Note: </a:t>
            </a:r>
            <a:r>
              <a:rPr lang="en-US" sz="2800" dirty="0">
                <a:ea typeface="+mj-lt"/>
                <a:cs typeface="+mj-lt"/>
              </a:rPr>
              <a:t>All submissions remain the intellectual property of the individuals or organizations that developed them, and go on to describe a non-exclusive, royalty-free license granted to the sponsor, rather than a full transfer of ownership.</a:t>
            </a:r>
          </a:p>
        </p:txBody>
      </p:sp>
    </p:spTree>
    <p:extLst>
      <p:ext uri="{BB962C8B-B14F-4D97-AF65-F5344CB8AC3E}">
        <p14:creationId xmlns:p14="http://schemas.microsoft.com/office/powerpoint/2010/main" val="514830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Challenge…"/>
          <p:cNvSpPr txBox="1">
            <a:spLocks noGrp="1"/>
          </p:cNvSpPr>
          <p:nvPr>
            <p:ph type="body" sz="quarter" idx="10"/>
          </p:nvPr>
        </p:nvSpPr>
        <p:spPr>
          <a:prstGeom prst="rect">
            <a:avLst/>
          </a:prstGeom>
        </p:spPr>
        <p:txBody>
          <a:bodyPr lIns="0" tIns="0" rIns="0" bIns="0" anchor="ctr">
            <a:normAutofit/>
          </a:bodyPr>
          <a:lstStyle/>
          <a:p>
            <a:pPr defTabSz="800735">
              <a:spcBef>
                <a:spcPts val="1500"/>
              </a:spcBef>
              <a:buSzPct val="125000"/>
              <a:defRPr sz="4656"/>
            </a:pPr>
            <a:r>
              <a:rPr lang="en-US" sz="5400"/>
              <a:t>Introduction</a:t>
            </a:r>
          </a:p>
        </p:txBody>
      </p:sp>
      <p:sp>
        <p:nvSpPr>
          <p:cNvPr id="2" name="Text Placeholder 1">
            <a:extLst>
              <a:ext uri="{FF2B5EF4-FFF2-40B4-BE49-F238E27FC236}">
                <a16:creationId xmlns:a16="http://schemas.microsoft.com/office/drawing/2014/main" id="{2BA3B71E-80B7-7CAC-6B28-678095FCAD8B}"/>
              </a:ext>
            </a:extLst>
          </p:cNvPr>
          <p:cNvSpPr>
            <a:spLocks noGrp="1"/>
          </p:cNvSpPr>
          <p:nvPr>
            <p:ph type="body" sz="quarter" idx="11"/>
          </p:nvPr>
        </p:nvSpPr>
        <p:spPr/>
        <p:txBody>
          <a:bodyPr/>
          <a:lstStyle/>
          <a:p>
            <a:r>
              <a:rPr lang="en-US" dirty="0"/>
              <a:t>Team: Solo Developer – Mohammad Iqbal</a:t>
            </a:r>
          </a:p>
          <a:p>
            <a:r>
              <a:rPr lang="en-IN" dirty="0"/>
              <a:t>Roles:</a:t>
            </a:r>
          </a:p>
          <a:p>
            <a:r>
              <a:rPr lang="en-US" dirty="0"/>
              <a:t>- Full-stack development</a:t>
            </a:r>
          </a:p>
          <a:p>
            <a:r>
              <a:rPr lang="en-US" dirty="0"/>
              <a:t>- </a:t>
            </a:r>
            <a:r>
              <a:rPr lang="en-US" dirty="0" err="1"/>
              <a:t>Streamlit</a:t>
            </a:r>
            <a:r>
              <a:rPr lang="en-US" dirty="0"/>
              <a:t> UI design</a:t>
            </a:r>
          </a:p>
          <a:p>
            <a:r>
              <a:rPr lang="en-US" dirty="0"/>
              <a:t>- Prompt engineering (Claude, Titan)</a:t>
            </a:r>
          </a:p>
          <a:p>
            <a:r>
              <a:rPr lang="en-US" dirty="0"/>
              <a:t>- AWS Bedrock integration</a:t>
            </a:r>
          </a:p>
          <a:p>
            <a:endParaRPr lang="en-US" dirty="0"/>
          </a:p>
          <a:p>
            <a:r>
              <a:rPr lang="en-IN" dirty="0"/>
              <a:t>Contact: miqbal303@gmail.com</a:t>
            </a:r>
          </a:p>
          <a:p>
            <a:endParaRPr lang="en-US" dirty="0"/>
          </a:p>
        </p:txBody>
      </p:sp>
    </p:spTree>
    <p:extLst>
      <p:ext uri="{BB962C8B-B14F-4D97-AF65-F5344CB8AC3E}">
        <p14:creationId xmlns:p14="http://schemas.microsoft.com/office/powerpoint/2010/main" val="3272105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Challenge…"/>
          <p:cNvSpPr txBox="1">
            <a:spLocks noGrp="1"/>
          </p:cNvSpPr>
          <p:nvPr>
            <p:ph type="body" sz="quarter" idx="10"/>
          </p:nvPr>
        </p:nvSpPr>
        <p:spPr>
          <a:prstGeom prst="rect">
            <a:avLst/>
          </a:prstGeom>
        </p:spPr>
        <p:txBody>
          <a:bodyPr lIns="0" rIns="0">
            <a:normAutofit/>
          </a:bodyPr>
          <a:lstStyle/>
          <a:p>
            <a:pPr defTabSz="800735">
              <a:spcBef>
                <a:spcPts val="1500"/>
              </a:spcBef>
              <a:buSzPct val="125000"/>
              <a:defRPr sz="4656"/>
            </a:pPr>
            <a:r>
              <a:rPr lang="en-US" sz="5400"/>
              <a:t>Problem ​statement​</a:t>
            </a:r>
          </a:p>
        </p:txBody>
      </p:sp>
      <p:sp>
        <p:nvSpPr>
          <p:cNvPr id="2" name="Text Placeholder 1">
            <a:extLst>
              <a:ext uri="{FF2B5EF4-FFF2-40B4-BE49-F238E27FC236}">
                <a16:creationId xmlns:a16="http://schemas.microsoft.com/office/drawing/2014/main" id="{0897FE60-9958-0E9B-02A5-553650F4089A}"/>
              </a:ext>
            </a:extLst>
          </p:cNvPr>
          <p:cNvSpPr>
            <a:spLocks noGrp="1"/>
          </p:cNvSpPr>
          <p:nvPr>
            <p:ph type="body" sz="quarter" idx="11"/>
          </p:nvPr>
        </p:nvSpPr>
        <p:spPr/>
        <p:txBody>
          <a:bodyPr/>
          <a:lstStyle/>
          <a:p>
            <a:r>
              <a:rPr lang="en-US" dirty="0"/>
              <a:t>Planning trips is fragmented across apps (hotels, maps, weather, activities, visa).</a:t>
            </a:r>
          </a:p>
          <a:p>
            <a:r>
              <a:rPr lang="en-US" dirty="0"/>
              <a:t>Scope: Automate end-to-end travel planning using GenAI, from hotel search to itinerary creation, packing list, weather-based changes, and export.</a:t>
            </a:r>
          </a:p>
        </p:txBody>
      </p:sp>
    </p:spTree>
    <p:extLst>
      <p:ext uri="{BB962C8B-B14F-4D97-AF65-F5344CB8AC3E}">
        <p14:creationId xmlns:p14="http://schemas.microsoft.com/office/powerpoint/2010/main" val="2854694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Challenge…"/>
          <p:cNvSpPr txBox="1">
            <a:spLocks noGrp="1"/>
          </p:cNvSpPr>
          <p:nvPr>
            <p:ph type="body" sz="quarter" idx="10"/>
          </p:nvPr>
        </p:nvSpPr>
        <p:spPr>
          <a:prstGeom prst="rect">
            <a:avLst/>
          </a:prstGeom>
        </p:spPr>
        <p:txBody>
          <a:bodyPr lIns="0" rIns="0">
            <a:normAutofit/>
          </a:bodyPr>
          <a:lstStyle/>
          <a:p>
            <a:pPr defTabSz="800735">
              <a:spcBef>
                <a:spcPts val="1500"/>
              </a:spcBef>
              <a:buSzPct val="125000"/>
              <a:defRPr sz="4656"/>
            </a:pPr>
            <a:r>
              <a:rPr lang="en-US" sz="5400"/>
              <a:t>Solution approach​</a:t>
            </a:r>
          </a:p>
        </p:txBody>
      </p:sp>
      <p:sp>
        <p:nvSpPr>
          <p:cNvPr id="2" name="Text Placeholder 1">
            <a:extLst>
              <a:ext uri="{FF2B5EF4-FFF2-40B4-BE49-F238E27FC236}">
                <a16:creationId xmlns:a16="http://schemas.microsoft.com/office/drawing/2014/main" id="{34879E1D-C3A0-AE93-9F97-BAC3FD4E0B39}"/>
              </a:ext>
            </a:extLst>
          </p:cNvPr>
          <p:cNvSpPr>
            <a:spLocks noGrp="1"/>
          </p:cNvSpPr>
          <p:nvPr>
            <p:ph type="body" sz="quarter" idx="11"/>
          </p:nvPr>
        </p:nvSpPr>
        <p:spPr/>
        <p:txBody>
          <a:bodyPr/>
          <a:lstStyle/>
          <a:p>
            <a:r>
              <a:rPr lang="en-IN" dirty="0"/>
              <a:t>Key Features:</a:t>
            </a:r>
          </a:p>
          <a:p>
            <a:r>
              <a:rPr lang="en-IN" dirty="0"/>
              <a:t>- Personalized day-wise itineraries (Morning, Afternoon, Evening)</a:t>
            </a:r>
          </a:p>
          <a:p>
            <a:r>
              <a:rPr lang="en-IN" dirty="0"/>
              <a:t>- Auto-generated AI images for each place (Titan)</a:t>
            </a:r>
          </a:p>
          <a:p>
            <a:r>
              <a:rPr lang="en-IN" dirty="0"/>
              <a:t>- Weather-aware itinerary reshuffling (Open-</a:t>
            </a:r>
            <a:r>
              <a:rPr lang="en-IN" dirty="0" err="1"/>
              <a:t>Meteo</a:t>
            </a:r>
            <a:r>
              <a:rPr lang="en-IN" dirty="0"/>
              <a:t>)</a:t>
            </a:r>
          </a:p>
          <a:p>
            <a:r>
              <a:rPr lang="en-IN" dirty="0"/>
              <a:t>- Must-try foods, visa checklist, cultural tips</a:t>
            </a:r>
          </a:p>
          <a:p>
            <a:pPr marL="571500" indent="-571500">
              <a:buFontTx/>
              <a:buChar char="-"/>
            </a:pPr>
            <a:r>
              <a:rPr lang="en-IN" dirty="0"/>
              <a:t>Hotel suggestions, map routes, and PDF export</a:t>
            </a:r>
          </a:p>
          <a:p>
            <a:pPr marL="571500" indent="-571500">
              <a:buFontTx/>
              <a:buChar char="-"/>
            </a:pPr>
            <a:endParaRPr lang="en-IN" dirty="0"/>
          </a:p>
          <a:p>
            <a:r>
              <a:rPr lang="en-US" dirty="0"/>
              <a:t>Scaling:</a:t>
            </a:r>
          </a:p>
          <a:p>
            <a:r>
              <a:rPr lang="en-US" dirty="0"/>
              <a:t>- Vertical: EC2 t3.medium → t3.large</a:t>
            </a:r>
          </a:p>
          <a:p>
            <a:r>
              <a:rPr lang="en-US" dirty="0"/>
              <a:t>- Horizontal: Load balancing, MongoDB Atlas scaling</a:t>
            </a:r>
          </a:p>
          <a:p>
            <a:endParaRPr lang="en-US" dirty="0"/>
          </a:p>
        </p:txBody>
      </p:sp>
    </p:spTree>
    <p:extLst>
      <p:ext uri="{BB962C8B-B14F-4D97-AF65-F5344CB8AC3E}">
        <p14:creationId xmlns:p14="http://schemas.microsoft.com/office/powerpoint/2010/main" val="4041948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Challenge…"/>
          <p:cNvSpPr txBox="1">
            <a:spLocks noGrp="1"/>
          </p:cNvSpPr>
          <p:nvPr>
            <p:ph type="body" sz="quarter" idx="10"/>
          </p:nvPr>
        </p:nvSpPr>
        <p:spPr>
          <a:prstGeom prst="rect">
            <a:avLst/>
          </a:prstGeom>
        </p:spPr>
        <p:txBody>
          <a:bodyPr lIns="0" rIns="0">
            <a:normAutofit/>
          </a:bodyPr>
          <a:lstStyle/>
          <a:p>
            <a:pPr defTabSz="800735">
              <a:spcBef>
                <a:spcPts val="1500"/>
              </a:spcBef>
              <a:buSzPct val="125000"/>
              <a:defRPr sz="4656"/>
            </a:pPr>
            <a:r>
              <a:rPr lang="en-US" sz="5400"/>
              <a:t>Tech-stack selection​</a:t>
            </a:r>
          </a:p>
        </p:txBody>
      </p:sp>
      <p:sp>
        <p:nvSpPr>
          <p:cNvPr id="2" name="Text Placeholder 1">
            <a:extLst>
              <a:ext uri="{FF2B5EF4-FFF2-40B4-BE49-F238E27FC236}">
                <a16:creationId xmlns:a16="http://schemas.microsoft.com/office/drawing/2014/main" id="{C05274A5-D542-58B9-A55F-A6FE96EE3B28}"/>
              </a:ext>
            </a:extLst>
          </p:cNvPr>
          <p:cNvSpPr>
            <a:spLocks noGrp="1"/>
          </p:cNvSpPr>
          <p:nvPr>
            <p:ph type="body" sz="quarter" idx="11"/>
          </p:nvPr>
        </p:nvSpPr>
        <p:spPr/>
        <p:txBody>
          <a:bodyPr/>
          <a:lstStyle/>
          <a:p>
            <a:r>
              <a:rPr lang="en-IN" sz="4000" dirty="0"/>
              <a:t>Models: Claude 3 Haiku, Amazon Titan</a:t>
            </a:r>
          </a:p>
          <a:p>
            <a:r>
              <a:rPr lang="en-IN" sz="4000" dirty="0"/>
              <a:t>Frontend: </a:t>
            </a:r>
            <a:r>
              <a:rPr lang="en-IN" sz="4000" dirty="0" err="1"/>
              <a:t>Streamlit</a:t>
            </a:r>
            <a:r>
              <a:rPr lang="en-IN" sz="4000" dirty="0"/>
              <a:t> (Python)</a:t>
            </a:r>
          </a:p>
          <a:p>
            <a:r>
              <a:rPr lang="en-IN" sz="4000" dirty="0"/>
              <a:t>Backend: AWS Bedrock, </a:t>
            </a:r>
            <a:r>
              <a:rPr lang="en-IN" sz="4000" dirty="0" err="1"/>
              <a:t>OpenWeather</a:t>
            </a:r>
            <a:r>
              <a:rPr lang="en-IN" sz="4000" dirty="0"/>
              <a:t>, </a:t>
            </a:r>
            <a:r>
              <a:rPr lang="en-IN" sz="4000" dirty="0" err="1"/>
              <a:t>OpenRouteService</a:t>
            </a:r>
            <a:endParaRPr lang="en-IN" sz="4000" dirty="0"/>
          </a:p>
          <a:p>
            <a:r>
              <a:rPr lang="en-IN" sz="4000" dirty="0"/>
              <a:t>DB: MongoDB Atlas</a:t>
            </a:r>
          </a:p>
          <a:p>
            <a:r>
              <a:rPr lang="en-IN" sz="4000" dirty="0"/>
              <a:t>Image: Titan Text-to-Image</a:t>
            </a:r>
          </a:p>
          <a:p>
            <a:r>
              <a:rPr lang="en-IN" sz="4000" dirty="0"/>
              <a:t>PDF Export: </a:t>
            </a:r>
            <a:r>
              <a:rPr lang="en-IN" sz="4000" dirty="0" err="1"/>
              <a:t>WeasyPrint</a:t>
            </a:r>
            <a:endParaRPr lang="en-IN" sz="4000" dirty="0"/>
          </a:p>
          <a:p>
            <a:endParaRPr lang="en-IN" sz="4000" dirty="0"/>
          </a:p>
          <a:p>
            <a:r>
              <a:rPr lang="en-IN" sz="4000" dirty="0"/>
              <a:t>Reason:</a:t>
            </a:r>
          </a:p>
          <a:p>
            <a:r>
              <a:rPr lang="en-IN" sz="4000" dirty="0"/>
              <a:t>- Bedrock ensures secure GenAI infra</a:t>
            </a:r>
          </a:p>
          <a:p>
            <a:r>
              <a:rPr lang="en-IN" sz="4000" dirty="0"/>
              <a:t>- Titan for fast image generation</a:t>
            </a:r>
          </a:p>
          <a:p>
            <a:r>
              <a:rPr lang="en-IN" sz="4000" dirty="0"/>
              <a:t>- Claude for high-quality, structured itinerary responses</a:t>
            </a:r>
          </a:p>
        </p:txBody>
      </p:sp>
    </p:spTree>
    <p:extLst>
      <p:ext uri="{BB962C8B-B14F-4D97-AF65-F5344CB8AC3E}">
        <p14:creationId xmlns:p14="http://schemas.microsoft.com/office/powerpoint/2010/main" val="2304598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B261C-B534-9C39-B209-DFA9915C8329}"/>
            </a:ext>
          </a:extLst>
        </p:cNvPr>
        <p:cNvGrpSpPr/>
        <p:nvPr/>
      </p:nvGrpSpPr>
      <p:grpSpPr>
        <a:xfrm>
          <a:off x="0" y="0"/>
          <a:ext cx="0" cy="0"/>
          <a:chOff x="0" y="0"/>
          <a:chExt cx="0" cy="0"/>
        </a:xfrm>
      </p:grpSpPr>
      <p:sp>
        <p:nvSpPr>
          <p:cNvPr id="399" name="Challenge…">
            <a:extLst>
              <a:ext uri="{FF2B5EF4-FFF2-40B4-BE49-F238E27FC236}">
                <a16:creationId xmlns:a16="http://schemas.microsoft.com/office/drawing/2014/main" id="{A9085561-675C-1B47-6DA1-71CEDD253BCC}"/>
              </a:ext>
            </a:extLst>
          </p:cNvPr>
          <p:cNvSpPr txBox="1">
            <a:spLocks noGrp="1"/>
          </p:cNvSpPr>
          <p:nvPr>
            <p:ph type="body" sz="quarter" idx="10"/>
          </p:nvPr>
        </p:nvSpPr>
        <p:spPr>
          <a:prstGeom prst="rect">
            <a:avLst/>
          </a:prstGeom>
        </p:spPr>
        <p:txBody>
          <a:bodyPr lIns="0" rIns="0">
            <a:normAutofit/>
          </a:bodyPr>
          <a:lstStyle/>
          <a:p>
            <a:pPr defTabSz="800735">
              <a:spcBef>
                <a:spcPts val="1500"/>
              </a:spcBef>
              <a:buSzPct val="125000"/>
              <a:defRPr sz="4656"/>
            </a:pPr>
            <a:r>
              <a:rPr lang="en-US" sz="5400"/>
              <a:t>Architecture design/diagram</a:t>
            </a:r>
          </a:p>
        </p:txBody>
      </p:sp>
      <p:sp>
        <p:nvSpPr>
          <p:cNvPr id="2" name="Text Placeholder 1">
            <a:extLst>
              <a:ext uri="{FF2B5EF4-FFF2-40B4-BE49-F238E27FC236}">
                <a16:creationId xmlns:a16="http://schemas.microsoft.com/office/drawing/2014/main" id="{DE4150FA-1096-0859-6127-C3028CF0538A}"/>
              </a:ext>
            </a:extLst>
          </p:cNvPr>
          <p:cNvSpPr>
            <a:spLocks noGrp="1"/>
          </p:cNvSpPr>
          <p:nvPr>
            <p:ph type="body" sz="quarter" idx="11"/>
          </p:nvPr>
        </p:nvSpPr>
        <p:spPr/>
        <p:txBody>
          <a:bodyPr/>
          <a:lstStyle/>
          <a:p>
            <a:r>
              <a:rPr lang="en-IN" dirty="0"/>
              <a:t>Flow:</a:t>
            </a:r>
          </a:p>
          <a:p>
            <a:r>
              <a:rPr lang="en-IN" dirty="0"/>
              <a:t>User Inputs → Claude → Titan → Weather/Map APIs → MongoDB Storage → Final Output → PDF Export</a:t>
            </a:r>
          </a:p>
          <a:p>
            <a:endParaRPr lang="en-IN" dirty="0"/>
          </a:p>
          <a:p>
            <a:r>
              <a:rPr lang="en-IN" dirty="0"/>
              <a:t>For full Architecture diagram link : https://github.com/miqbal303/triptales-genai-aws-bedrock/blob/main/README.md</a:t>
            </a:r>
          </a:p>
        </p:txBody>
      </p:sp>
    </p:spTree>
    <p:extLst>
      <p:ext uri="{BB962C8B-B14F-4D97-AF65-F5344CB8AC3E}">
        <p14:creationId xmlns:p14="http://schemas.microsoft.com/office/powerpoint/2010/main" val="1199458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2DB0D-39A4-5FBE-3E6F-EDC7CCD3AD80}"/>
            </a:ext>
          </a:extLst>
        </p:cNvPr>
        <p:cNvGrpSpPr/>
        <p:nvPr/>
      </p:nvGrpSpPr>
      <p:grpSpPr>
        <a:xfrm>
          <a:off x="0" y="0"/>
          <a:ext cx="0" cy="0"/>
          <a:chOff x="0" y="0"/>
          <a:chExt cx="0" cy="0"/>
        </a:xfrm>
      </p:grpSpPr>
      <p:sp>
        <p:nvSpPr>
          <p:cNvPr id="399" name="Challenge…">
            <a:extLst>
              <a:ext uri="{FF2B5EF4-FFF2-40B4-BE49-F238E27FC236}">
                <a16:creationId xmlns:a16="http://schemas.microsoft.com/office/drawing/2014/main" id="{018AD5B1-3039-56A9-41EE-A93898A4D53E}"/>
              </a:ext>
            </a:extLst>
          </p:cNvPr>
          <p:cNvSpPr txBox="1">
            <a:spLocks noGrp="1"/>
          </p:cNvSpPr>
          <p:nvPr>
            <p:ph type="body" sz="quarter" idx="10"/>
          </p:nvPr>
        </p:nvSpPr>
        <p:spPr>
          <a:prstGeom prst="rect">
            <a:avLst/>
          </a:prstGeom>
        </p:spPr>
        <p:txBody>
          <a:bodyPr lIns="0" rIns="0">
            <a:normAutofit/>
          </a:bodyPr>
          <a:lstStyle/>
          <a:p>
            <a:pPr defTabSz="800735">
              <a:spcBef>
                <a:spcPts val="1500"/>
              </a:spcBef>
              <a:buSzPct val="125000"/>
              <a:defRPr sz="4656"/>
            </a:pPr>
            <a:r>
              <a:rPr lang="en-US" sz="5400"/>
              <a:t>Cost estimates​</a:t>
            </a:r>
          </a:p>
        </p:txBody>
      </p:sp>
      <p:sp>
        <p:nvSpPr>
          <p:cNvPr id="2" name="Text Placeholder 1">
            <a:extLst>
              <a:ext uri="{FF2B5EF4-FFF2-40B4-BE49-F238E27FC236}">
                <a16:creationId xmlns:a16="http://schemas.microsoft.com/office/drawing/2014/main" id="{8913A702-83D0-8763-A5E9-B099540553E5}"/>
              </a:ext>
            </a:extLst>
          </p:cNvPr>
          <p:cNvSpPr>
            <a:spLocks noGrp="1"/>
          </p:cNvSpPr>
          <p:nvPr>
            <p:ph type="body" sz="quarter" idx="11"/>
          </p:nvPr>
        </p:nvSpPr>
        <p:spPr/>
        <p:txBody>
          <a:bodyPr/>
          <a:lstStyle/>
          <a:p>
            <a:r>
              <a:rPr lang="en-IN" dirty="0"/>
              <a:t>AWS Bedrock:</a:t>
            </a:r>
          </a:p>
          <a:p>
            <a:r>
              <a:rPr lang="en-IN" dirty="0"/>
              <a:t>- Claude &amp; Titan API: ~$0.25/user</a:t>
            </a:r>
          </a:p>
          <a:p>
            <a:endParaRPr lang="en-IN" dirty="0"/>
          </a:p>
          <a:p>
            <a:r>
              <a:rPr lang="en-IN" dirty="0"/>
              <a:t>Infra:</a:t>
            </a:r>
          </a:p>
          <a:p>
            <a:r>
              <a:rPr lang="en-IN" dirty="0"/>
              <a:t>- EC2 t3.medium: ~$30/month</a:t>
            </a:r>
          </a:p>
          <a:p>
            <a:r>
              <a:rPr lang="en-IN" dirty="0"/>
              <a:t>- MongoDB Atlas: Free tier</a:t>
            </a:r>
          </a:p>
          <a:p>
            <a:endParaRPr lang="en-IN" dirty="0"/>
          </a:p>
          <a:p>
            <a:r>
              <a:rPr lang="en-IN" dirty="0"/>
              <a:t>Overall: ~$30/month for up to 1,000 users</a:t>
            </a:r>
          </a:p>
          <a:p>
            <a:endParaRPr lang="en-US" dirty="0"/>
          </a:p>
        </p:txBody>
      </p:sp>
    </p:spTree>
    <p:extLst>
      <p:ext uri="{BB962C8B-B14F-4D97-AF65-F5344CB8AC3E}">
        <p14:creationId xmlns:p14="http://schemas.microsoft.com/office/powerpoint/2010/main" val="2226953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Challenge…"/>
          <p:cNvSpPr txBox="1">
            <a:spLocks noGrp="1"/>
          </p:cNvSpPr>
          <p:nvPr>
            <p:ph type="body" sz="quarter" idx="10"/>
          </p:nvPr>
        </p:nvSpPr>
        <p:spPr>
          <a:prstGeom prst="rect">
            <a:avLst/>
          </a:prstGeom>
        </p:spPr>
        <p:txBody>
          <a:bodyPr lIns="0" rIns="0">
            <a:normAutofit/>
          </a:bodyPr>
          <a:lstStyle/>
          <a:p>
            <a:pPr defTabSz="800735">
              <a:spcBef>
                <a:spcPts val="1500"/>
              </a:spcBef>
              <a:buSzPct val="125000"/>
              <a:defRPr sz="4656"/>
            </a:pPr>
            <a:r>
              <a:rPr lang="en-US" sz="5400"/>
              <a:t>Impact potential &amp; limitations​</a:t>
            </a:r>
          </a:p>
        </p:txBody>
      </p:sp>
      <p:sp>
        <p:nvSpPr>
          <p:cNvPr id="2" name="Text Placeholder 1">
            <a:extLst>
              <a:ext uri="{FF2B5EF4-FFF2-40B4-BE49-F238E27FC236}">
                <a16:creationId xmlns:a16="http://schemas.microsoft.com/office/drawing/2014/main" id="{D41976E6-6035-0B76-7533-AA09FA61F85F}"/>
              </a:ext>
            </a:extLst>
          </p:cNvPr>
          <p:cNvSpPr>
            <a:spLocks noGrp="1"/>
          </p:cNvSpPr>
          <p:nvPr>
            <p:ph type="body" sz="quarter" idx="11"/>
          </p:nvPr>
        </p:nvSpPr>
        <p:spPr/>
        <p:txBody>
          <a:bodyPr/>
          <a:lstStyle/>
          <a:p>
            <a:r>
              <a:rPr lang="en-US" dirty="0"/>
              <a:t>Impact:</a:t>
            </a:r>
          </a:p>
          <a:p>
            <a:r>
              <a:rPr lang="en-US" dirty="0"/>
              <a:t>- 30% faster travel planning</a:t>
            </a:r>
          </a:p>
          <a:p>
            <a:r>
              <a:rPr lang="en-US" dirty="0"/>
              <a:t>- 50% reduction in manual effort</a:t>
            </a:r>
          </a:p>
          <a:p>
            <a:endParaRPr lang="en-US" dirty="0"/>
          </a:p>
          <a:p>
            <a:r>
              <a:rPr lang="en-US" dirty="0"/>
              <a:t>Limitations:</a:t>
            </a:r>
          </a:p>
          <a:p>
            <a:r>
              <a:rPr lang="en-US" dirty="0"/>
              <a:t>- Titan images limited to 512x512</a:t>
            </a:r>
          </a:p>
          <a:p>
            <a:r>
              <a:rPr lang="en-US" dirty="0"/>
              <a:t>- Real-time hotel pricing not integrated yet</a:t>
            </a:r>
          </a:p>
          <a:p>
            <a:r>
              <a:rPr lang="en-US" dirty="0"/>
              <a:t>- Weather reshuffling supports Open-</a:t>
            </a:r>
            <a:r>
              <a:rPr lang="en-US" dirty="0" err="1"/>
              <a:t>Meteo</a:t>
            </a:r>
            <a:r>
              <a:rPr lang="en-US" dirty="0"/>
              <a:t> only</a:t>
            </a:r>
          </a:p>
        </p:txBody>
      </p:sp>
    </p:spTree>
    <p:extLst>
      <p:ext uri="{BB962C8B-B14F-4D97-AF65-F5344CB8AC3E}">
        <p14:creationId xmlns:p14="http://schemas.microsoft.com/office/powerpoint/2010/main" val="1688584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Challenge…"/>
          <p:cNvSpPr txBox="1">
            <a:spLocks noGrp="1"/>
          </p:cNvSpPr>
          <p:nvPr>
            <p:ph type="body" sz="quarter" idx="10"/>
          </p:nvPr>
        </p:nvSpPr>
        <p:spPr>
          <a:prstGeom prst="rect">
            <a:avLst/>
          </a:prstGeom>
        </p:spPr>
        <p:txBody>
          <a:bodyPr lIns="0" rIns="0">
            <a:normAutofit/>
          </a:bodyPr>
          <a:lstStyle/>
          <a:p>
            <a:pPr defTabSz="800735">
              <a:spcBef>
                <a:spcPts val="1500"/>
              </a:spcBef>
              <a:buSzPct val="125000"/>
              <a:defRPr sz="4656"/>
            </a:pPr>
            <a:r>
              <a:rPr lang="en-US" sz="5400"/>
              <a:t>Ethical &amp; security considerations​</a:t>
            </a:r>
          </a:p>
        </p:txBody>
      </p:sp>
      <p:sp>
        <p:nvSpPr>
          <p:cNvPr id="2" name="Text Placeholder 1">
            <a:extLst>
              <a:ext uri="{FF2B5EF4-FFF2-40B4-BE49-F238E27FC236}">
                <a16:creationId xmlns:a16="http://schemas.microsoft.com/office/drawing/2014/main" id="{AFA59616-B2BF-F84B-990D-4CF5FC5E65BF}"/>
              </a:ext>
            </a:extLst>
          </p:cNvPr>
          <p:cNvSpPr>
            <a:spLocks noGrp="1"/>
          </p:cNvSpPr>
          <p:nvPr>
            <p:ph type="body" sz="quarter" idx="11"/>
          </p:nvPr>
        </p:nvSpPr>
        <p:spPr/>
        <p:txBody>
          <a:bodyPr/>
          <a:lstStyle/>
          <a:p>
            <a:r>
              <a:rPr lang="en-US" dirty="0"/>
              <a:t>- No personal data stored</a:t>
            </a:r>
          </a:p>
          <a:p>
            <a:r>
              <a:rPr lang="en-US" dirty="0"/>
              <a:t>- Prompts tested to reduce bias</a:t>
            </a:r>
          </a:p>
          <a:p>
            <a:r>
              <a:rPr lang="en-US" dirty="0"/>
              <a:t>- UI designed with accessibility (WCAG guidelines)</a:t>
            </a:r>
          </a:p>
          <a:p>
            <a:r>
              <a:rPr lang="en-US" dirty="0"/>
              <a:t>- Clearly labeled AI-generated content</a:t>
            </a:r>
          </a:p>
        </p:txBody>
      </p:sp>
    </p:spTree>
    <p:extLst>
      <p:ext uri="{BB962C8B-B14F-4D97-AF65-F5344CB8AC3E}">
        <p14:creationId xmlns:p14="http://schemas.microsoft.com/office/powerpoint/2010/main" val="207965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7ECEA-C11A-4FC6-3675-D3A3271C2DDE}"/>
            </a:ext>
          </a:extLst>
        </p:cNvPr>
        <p:cNvGrpSpPr/>
        <p:nvPr/>
      </p:nvGrpSpPr>
      <p:grpSpPr>
        <a:xfrm>
          <a:off x="0" y="0"/>
          <a:ext cx="0" cy="0"/>
          <a:chOff x="0" y="0"/>
          <a:chExt cx="0" cy="0"/>
        </a:xfrm>
      </p:grpSpPr>
      <p:sp>
        <p:nvSpPr>
          <p:cNvPr id="399" name="Challenge…">
            <a:extLst>
              <a:ext uri="{FF2B5EF4-FFF2-40B4-BE49-F238E27FC236}">
                <a16:creationId xmlns:a16="http://schemas.microsoft.com/office/drawing/2014/main" id="{CC07EDF8-431D-8803-8B97-F78942F265EF}"/>
              </a:ext>
            </a:extLst>
          </p:cNvPr>
          <p:cNvSpPr txBox="1">
            <a:spLocks noGrp="1"/>
          </p:cNvSpPr>
          <p:nvPr>
            <p:ph type="body" sz="quarter" idx="10"/>
          </p:nvPr>
        </p:nvSpPr>
        <p:spPr>
          <a:prstGeom prst="rect">
            <a:avLst/>
          </a:prstGeom>
        </p:spPr>
        <p:txBody>
          <a:bodyPr lIns="0" rIns="0">
            <a:normAutofit/>
          </a:bodyPr>
          <a:lstStyle/>
          <a:p>
            <a:pPr defTabSz="800735">
              <a:spcBef>
                <a:spcPts val="1500"/>
              </a:spcBef>
              <a:buSzPct val="125000"/>
              <a:defRPr sz="4656"/>
            </a:pPr>
            <a:r>
              <a:rPr lang="en-US" sz="5400"/>
              <a:t>Project URL, video pitch &amp; demo</a:t>
            </a:r>
          </a:p>
        </p:txBody>
      </p:sp>
      <p:sp>
        <p:nvSpPr>
          <p:cNvPr id="2" name="Text Placeholder 1">
            <a:extLst>
              <a:ext uri="{FF2B5EF4-FFF2-40B4-BE49-F238E27FC236}">
                <a16:creationId xmlns:a16="http://schemas.microsoft.com/office/drawing/2014/main" id="{EC47E9E1-4E69-10A1-DE9C-EF06FAF8090D}"/>
              </a:ext>
            </a:extLst>
          </p:cNvPr>
          <p:cNvSpPr>
            <a:spLocks noGrp="1"/>
          </p:cNvSpPr>
          <p:nvPr>
            <p:ph type="body" sz="quarter" idx="11"/>
          </p:nvPr>
        </p:nvSpPr>
        <p:spPr/>
        <p:txBody>
          <a:bodyPr/>
          <a:lstStyle/>
          <a:p>
            <a:r>
              <a:rPr lang="en-US" dirty="0"/>
              <a:t>✅ App: http://98.81.75.200:8501/</a:t>
            </a:r>
          </a:p>
          <a:p>
            <a:r>
              <a:rPr lang="en-US" dirty="0"/>
              <a:t>🎥 Video Pitch: https://youtu.be/91z65H9pvIY</a:t>
            </a:r>
          </a:p>
          <a:p>
            <a:r>
              <a:rPr lang="en-US" dirty="0"/>
              <a:t>💻 Code: https://github.com/miqbal303/triptales-genai-aws-bedrock</a:t>
            </a:r>
          </a:p>
          <a:p>
            <a:endParaRPr lang="en-US" dirty="0"/>
          </a:p>
          <a:p>
            <a:endParaRPr lang="en-US" sz="4000" dirty="0"/>
          </a:p>
        </p:txBody>
      </p:sp>
    </p:spTree>
    <p:extLst>
      <p:ext uri="{BB962C8B-B14F-4D97-AF65-F5344CB8AC3E}">
        <p14:creationId xmlns:p14="http://schemas.microsoft.com/office/powerpoint/2010/main" val="337061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8188F-50AD-E59C-C6FD-735E60C013D9}"/>
            </a:ext>
          </a:extLst>
        </p:cNvPr>
        <p:cNvGrpSpPr/>
        <p:nvPr/>
      </p:nvGrpSpPr>
      <p:grpSpPr>
        <a:xfrm>
          <a:off x="0" y="0"/>
          <a:ext cx="0" cy="0"/>
          <a:chOff x="0" y="0"/>
          <a:chExt cx="0" cy="0"/>
        </a:xfrm>
      </p:grpSpPr>
      <p:sp>
        <p:nvSpPr>
          <p:cNvPr id="399" name="Challenge…">
            <a:extLst>
              <a:ext uri="{FF2B5EF4-FFF2-40B4-BE49-F238E27FC236}">
                <a16:creationId xmlns:a16="http://schemas.microsoft.com/office/drawing/2014/main" id="{7D922857-BE29-307C-0C0F-45534A2EC509}"/>
              </a:ext>
            </a:extLst>
          </p:cNvPr>
          <p:cNvSpPr txBox="1">
            <a:spLocks noGrp="1"/>
          </p:cNvSpPr>
          <p:nvPr>
            <p:ph type="body" sz="quarter" idx="10"/>
          </p:nvPr>
        </p:nvSpPr>
        <p:spPr>
          <a:prstGeom prst="rect">
            <a:avLst/>
          </a:prstGeom>
        </p:spPr>
        <p:txBody>
          <a:bodyPr lIns="0" rIns="0">
            <a:normAutofit/>
          </a:bodyPr>
          <a:lstStyle/>
          <a:p>
            <a:pPr defTabSz="800735">
              <a:spcBef>
                <a:spcPts val="1500"/>
              </a:spcBef>
              <a:buSzPct val="125000"/>
              <a:defRPr sz="4656"/>
            </a:pPr>
            <a:r>
              <a:rPr lang="en-US" sz="5400"/>
              <a:t>Project URL, video pitch &amp; demo</a:t>
            </a:r>
          </a:p>
        </p:txBody>
      </p:sp>
      <p:sp>
        <p:nvSpPr>
          <p:cNvPr id="2" name="Text Placeholder 1">
            <a:extLst>
              <a:ext uri="{FF2B5EF4-FFF2-40B4-BE49-F238E27FC236}">
                <a16:creationId xmlns:a16="http://schemas.microsoft.com/office/drawing/2014/main" id="{5011EBD5-C293-3731-3603-56A5C06BF604}"/>
              </a:ext>
            </a:extLst>
          </p:cNvPr>
          <p:cNvSpPr>
            <a:spLocks noGrp="1"/>
          </p:cNvSpPr>
          <p:nvPr>
            <p:ph type="body" sz="quarter" idx="11"/>
          </p:nvPr>
        </p:nvSpPr>
        <p:spPr/>
        <p:txBody>
          <a:bodyPr/>
          <a:lstStyle/>
          <a:p>
            <a:pPr marL="571500" indent="-571500">
              <a:buFont typeface="Arial" panose="020B0604020202020204" pitchFamily="34" charset="0"/>
              <a:buChar char="•"/>
            </a:pPr>
            <a:r>
              <a:rPr lang="en-US" sz="3600" dirty="0"/>
              <a:t>Clone repository</a:t>
            </a:r>
          </a:p>
          <a:p>
            <a:r>
              <a:rPr lang="en-US" sz="3600" dirty="0"/>
              <a:t>-git clone https://github.com/miqbal303/triptales-genai-aws-bedrock</a:t>
            </a:r>
          </a:p>
          <a:p>
            <a:r>
              <a:rPr lang="en-US" sz="3600" dirty="0"/>
              <a:t>-cd </a:t>
            </a:r>
            <a:r>
              <a:rPr lang="en-US" sz="3600" dirty="0" err="1"/>
              <a:t>triptales</a:t>
            </a:r>
            <a:r>
              <a:rPr lang="en-US" sz="3600" dirty="0"/>
              <a:t>-</a:t>
            </a:r>
            <a:r>
              <a:rPr lang="en-US" sz="3600" dirty="0" err="1"/>
              <a:t>genai</a:t>
            </a:r>
            <a:r>
              <a:rPr lang="en-US" sz="3600" dirty="0"/>
              <a:t>-</a:t>
            </a:r>
            <a:r>
              <a:rPr lang="en-US" sz="3600" dirty="0" err="1"/>
              <a:t>aws</a:t>
            </a:r>
            <a:r>
              <a:rPr lang="en-US" sz="3600" dirty="0"/>
              <a:t>-bedrock</a:t>
            </a:r>
          </a:p>
          <a:p>
            <a:endParaRPr lang="en-US" sz="3600" dirty="0"/>
          </a:p>
          <a:p>
            <a:pPr marL="571500" indent="-571500">
              <a:buFont typeface="Arial" panose="020B0604020202020204" pitchFamily="34" charset="0"/>
              <a:buChar char="•"/>
            </a:pPr>
            <a:r>
              <a:rPr lang="en-US" sz="3600" dirty="0"/>
              <a:t>Create .env file from GitHub secrets (replace with actual GitHub secrets or ensure </a:t>
            </a:r>
            <a:r>
              <a:rPr lang="en-US" sz="3600" dirty="0" err="1"/>
              <a:t>secrets.env</a:t>
            </a:r>
            <a:r>
              <a:rPr lang="en-US" sz="3600" dirty="0"/>
              <a:t> exists in the repo)</a:t>
            </a:r>
          </a:p>
          <a:p>
            <a:r>
              <a:rPr lang="en-US" sz="3600" dirty="0"/>
              <a:t>-cp </a:t>
            </a:r>
            <a:r>
              <a:rPr lang="en-US" sz="3600" dirty="0" err="1"/>
              <a:t>secrets.env</a:t>
            </a:r>
            <a:r>
              <a:rPr lang="en-US" sz="3600" dirty="0"/>
              <a:t> .env</a:t>
            </a:r>
          </a:p>
          <a:p>
            <a:pPr marL="571500" indent="-571500">
              <a:buFont typeface="Arial" panose="020B0604020202020204" pitchFamily="34" charset="0"/>
              <a:buChar char="•"/>
            </a:pPr>
            <a:r>
              <a:rPr lang="en-US" sz="3600" dirty="0"/>
              <a:t>Install dependencies</a:t>
            </a:r>
          </a:p>
          <a:p>
            <a:r>
              <a:rPr lang="en-US" sz="3600" dirty="0"/>
              <a:t>-pip install -r requirements.txt</a:t>
            </a:r>
          </a:p>
          <a:p>
            <a:endParaRPr lang="en-US" sz="3600" dirty="0"/>
          </a:p>
          <a:p>
            <a:pPr marL="571500" indent="-571500">
              <a:buFont typeface="Arial" panose="020B0604020202020204" pitchFamily="34" charset="0"/>
              <a:buChar char="•"/>
            </a:pPr>
            <a:r>
              <a:rPr lang="en-US" sz="3600" dirty="0"/>
              <a:t>Run application</a:t>
            </a:r>
          </a:p>
          <a:p>
            <a:r>
              <a:rPr lang="en-US" sz="3600" dirty="0"/>
              <a:t>-</a:t>
            </a:r>
            <a:r>
              <a:rPr lang="en-US" sz="3600" dirty="0" err="1"/>
              <a:t>streamlit</a:t>
            </a:r>
            <a:r>
              <a:rPr lang="en-US" sz="3600" dirty="0"/>
              <a:t> run app.py</a:t>
            </a:r>
          </a:p>
          <a:p>
            <a:endParaRPr lang="en-US" sz="3600" dirty="0"/>
          </a:p>
          <a:p>
            <a:endParaRPr lang="en-US" sz="3600" dirty="0"/>
          </a:p>
        </p:txBody>
      </p:sp>
    </p:spTree>
    <p:extLst>
      <p:ext uri="{BB962C8B-B14F-4D97-AF65-F5344CB8AC3E}">
        <p14:creationId xmlns:p14="http://schemas.microsoft.com/office/powerpoint/2010/main" val="12662231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953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49EBB-8C5D-8929-9417-466001838264}"/>
            </a:ext>
          </a:extLst>
        </p:cNvPr>
        <p:cNvGrpSpPr/>
        <p:nvPr/>
      </p:nvGrpSpPr>
      <p:grpSpPr>
        <a:xfrm>
          <a:off x="0" y="0"/>
          <a:ext cx="0" cy="0"/>
          <a:chOff x="0" y="0"/>
          <a:chExt cx="0" cy="0"/>
        </a:xfrm>
      </p:grpSpPr>
    </p:spTree>
    <p:extLst>
      <p:ext uri="{BB962C8B-B14F-4D97-AF65-F5344CB8AC3E}">
        <p14:creationId xmlns:p14="http://schemas.microsoft.com/office/powerpoint/2010/main" val="4279385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Impetus Template Jan 2025 - B&amp;W">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91436" tIns="91436" rIns="91436" bIns="91436" numCol="1" spcCol="38100" rtlCol="0" anchor="ctr">
        <a:spAutoFit/>
      </a:bodyPr>
      <a:lstStyle>
        <a:def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91436" tIns="91436" rIns="91436" bIns="91436" numCol="1" spcCol="38100" rtlCol="0" anchor="t">
        <a:spAutoFit/>
      </a:bodyPr>
      <a:lstStyle>
        <a:def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B7AC907B1842346BBCDEDCD90FAA546" ma:contentTypeVersion="24" ma:contentTypeDescription="Create a new document." ma:contentTypeScope="" ma:versionID="a48645a299910e8e611847bc8dcec5ca">
  <xsd:schema xmlns:xsd="http://www.w3.org/2001/XMLSchema" xmlns:xs="http://www.w3.org/2001/XMLSchema" xmlns:p="http://schemas.microsoft.com/office/2006/metadata/properties" xmlns:ns2="bc7aeddc-eed4-4c2a-9e1c-1dbcabef019d" xmlns:ns3="70efae34-dbcb-425c-a9ed-5a25cf780907" targetNamespace="http://schemas.microsoft.com/office/2006/metadata/properties" ma:root="true" ma:fieldsID="ab06ee1ea9193d6de8e91e5e56314d93" ns2:_="" ns3:_="">
    <xsd:import namespace="bc7aeddc-eed4-4c2a-9e1c-1dbcabef019d"/>
    <xsd:import namespace="70efae34-dbcb-425c-a9ed-5a25cf780907"/>
    <xsd:element name="properties">
      <xsd:complexType>
        <xsd:sequence>
          <xsd:element name="documentManagement">
            <xsd:complexType>
              <xsd:all>
                <xsd:element ref="ns2:Industry" minOccurs="0"/>
                <xsd:element ref="ns2:Client" minOccurs="0"/>
                <xsd:element ref="ns2:Products_x002f_Services" minOccurs="0"/>
                <xsd:element ref="ns3:SharedWithUsers" minOccurs="0"/>
                <xsd:element ref="ns3:SharedWithDetails" minOccurs="0"/>
                <xsd:element ref="ns2:MediaServiceMetadata" minOccurs="0"/>
                <xsd:element ref="ns2:MediaServiceFastMetadata" minOccurs="0"/>
                <xsd:element ref="ns2:MediaServiceAutoTags" minOccurs="0"/>
                <xsd:element ref="ns2:MediaServiceOCR" minOccurs="0"/>
                <xsd:element ref="ns2:Category" minOccurs="0"/>
                <xsd:element ref="ns2:MediaServiceDateTaken" minOccurs="0"/>
                <xsd:element ref="ns2:MediaServiceGenerationTime" minOccurs="0"/>
                <xsd:element ref="ns2:MediaServiceEventHashCode" minOccurs="0"/>
                <xsd:element ref="ns2:MediaLengthInSeconds" minOccurs="0"/>
                <xsd:element ref="ns2:Updated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7aeddc-eed4-4c2a-9e1c-1dbcabef019d" elementFormDefault="qualified">
    <xsd:import namespace="http://schemas.microsoft.com/office/2006/documentManagement/types"/>
    <xsd:import namespace="http://schemas.microsoft.com/office/infopath/2007/PartnerControls"/>
    <xsd:element name="Industry" ma:index="2" nillable="true" ma:displayName="Industry" ma:format="Dropdown" ma:internalName="Industry">
      <xsd:simpleType>
        <xsd:restriction base="dms:Text">
          <xsd:maxLength value="255"/>
        </xsd:restriction>
      </xsd:simpleType>
    </xsd:element>
    <xsd:element name="Client" ma:index="3" nillable="true" ma:displayName="Client" ma:format="Dropdown" ma:internalName="Client" ma:readOnly="false">
      <xsd:simpleType>
        <xsd:restriction base="dms:Text">
          <xsd:maxLength value="255"/>
        </xsd:restriction>
      </xsd:simpleType>
    </xsd:element>
    <xsd:element name="Products_x002f_Services" ma:index="4" nillable="true" ma:displayName="Products/Services" ma:format="Dropdown" ma:internalName="Products_x002f_Services">
      <xsd:complexType>
        <xsd:complexContent>
          <xsd:extension base="dms:MultiChoiceFillIn">
            <xsd:sequence>
              <xsd:element name="Value" maxOccurs="unbounded" minOccurs="0" nillable="true">
                <xsd:simpleType>
                  <xsd:union memberTypes="dms:Text">
                    <xsd:simpleType>
                      <xsd:restriction base="dms:Choice">
                        <xsd:enumeration value="Architecture Consulting"/>
                        <xsd:enumeration value="Application Modernization"/>
                        <xsd:enumeration value="Cloud Test Engineering"/>
                        <xsd:enumeration value="Data Lake/Warehouse"/>
                        <xsd:enumeration value="Security &amp; Governance"/>
                        <xsd:enumeration value="Cost Engineering"/>
                        <xsd:enumeration value="DevOps"/>
                        <xsd:enumeration value="Data Pipelining"/>
                        <xsd:enumeration value="Data Analytics"/>
                        <xsd:enumeration value="AI/ML"/>
                        <xsd:enumeration value="LeapLogic"/>
                        <xsd:enumeration value="Gathr"/>
                      </xsd:restriction>
                    </xsd:simpleType>
                  </xsd:union>
                </xsd:simpleType>
              </xsd:element>
            </xsd:sequence>
          </xsd:extension>
        </xsd:complexContent>
      </xsd:complex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hidden="true" ma:internalName="MediaServiceAutoTags" ma:readOnly="true">
      <xsd:simpleType>
        <xsd:restriction base="dms:Text"/>
      </xsd:simpleType>
    </xsd:element>
    <xsd:element name="MediaServiceOCR" ma:index="13" nillable="true" ma:displayName="Extracted Text" ma:hidden="true" ma:internalName="MediaServiceOCR" ma:readOnly="true">
      <xsd:simpleType>
        <xsd:restriction base="dms:Note"/>
      </xsd:simpleType>
    </xsd:element>
    <xsd:element name="Category" ma:index="16" nillable="true" ma:displayName="Category" ma:description="Services or product detail" ma:hidden="true" ma:internalName="Category" ma:readOnly="false">
      <xsd:simpleType>
        <xsd:restriction base="dms:Text">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Updatedon" ma:index="22" nillable="true" ma:displayName="Updated on" ma:format="DateOnly" ma:internalName="Updatedon">
      <xsd:simpleType>
        <xsd:restriction base="dms:DateTime"/>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fb2f7597-2fc2-474c-8e2e-3dafcc11b60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0efae34-dbcb-425c-a9ed-5a25cf780907" elementFormDefault="qualified">
    <xsd:import namespace="http://schemas.microsoft.com/office/2006/documentManagement/types"/>
    <xsd:import namespace="http://schemas.microsoft.com/office/infopath/2007/PartnerControls"/>
    <xsd:element name="SharedWithUsers" ma:index="8"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hidden="true" ma:internalName="SharedWithDetails" ma:readOnly="true">
      <xsd:simpleType>
        <xsd:restriction base="dms:Note"/>
      </xsd:simpleType>
    </xsd:element>
    <xsd:element name="TaxCatchAll" ma:index="25" nillable="true" ma:displayName="Taxonomy Catch All Column" ma:hidden="true" ma:list="{4b209af0-6474-4ab4-a5ff-81d124ebfc92}" ma:internalName="TaxCatchAll" ma:showField="CatchAllData" ma:web="70efae34-dbcb-425c-a9ed-5a25cf78090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Industry xmlns="bc7aeddc-eed4-4c2a-9e1c-1dbcabef019d" xsi:nil="true"/>
    <Category xmlns="bc7aeddc-eed4-4c2a-9e1c-1dbcabef019d" xsi:nil="true"/>
    <Products_x002f_Services xmlns="bc7aeddc-eed4-4c2a-9e1c-1dbcabef019d" xsi:nil="true"/>
    <TaxCatchAll xmlns="70efae34-dbcb-425c-a9ed-5a25cf780907" xsi:nil="true"/>
    <Updatedon xmlns="bc7aeddc-eed4-4c2a-9e1c-1dbcabef019d" xsi:nil="true"/>
    <Client xmlns="bc7aeddc-eed4-4c2a-9e1c-1dbcabef019d" xsi:nil="true"/>
    <lcf76f155ced4ddcb4097134ff3c332f xmlns="bc7aeddc-eed4-4c2a-9e1c-1dbcabef019d">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256F9D1-B1DD-4E6E-976F-84068C009EBB}">
  <ds:schemaRefs>
    <ds:schemaRef ds:uri="70efae34-dbcb-425c-a9ed-5a25cf780907"/>
    <ds:schemaRef ds:uri="bc7aeddc-eed4-4c2a-9e1c-1dbcabef019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3293842-1A8C-4609-B6D2-9BDAB741B4C6}">
  <ds:schemaRefs>
    <ds:schemaRef ds:uri="70efae34-dbcb-425c-a9ed-5a25cf780907"/>
    <ds:schemaRef ds:uri="bc7aeddc-eed4-4c2a-9e1c-1dbcabef019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D55628E-AD79-4096-B954-F19F4B92F2F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639</Words>
  <Application>Microsoft Office PowerPoint</Application>
  <PresentationFormat>Custom</PresentationFormat>
  <Paragraphs>93</Paragraphs>
  <Slides>15</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 Light</vt:lpstr>
      <vt:lpstr>Courier New</vt:lpstr>
      <vt:lpstr>Lato</vt:lpstr>
      <vt:lpstr>Lato Light</vt:lpstr>
      <vt:lpstr>Poppins Medium</vt:lpstr>
      <vt:lpstr>Wingdings</vt:lpstr>
      <vt:lpstr>Impetus Template Jan 2025 - B&amp;W</vt:lpstr>
      <vt:lpstr>PowerPoint Presentation</vt:lpstr>
      <vt:lpstr>AWS &amp; Impetus     GenAI Hackathon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Rakesh Raushan</dc:creator>
  <cp:lastModifiedBy>MOHAMMAD IQBAL</cp:lastModifiedBy>
  <cp:revision>7</cp:revision>
  <dcterms:modified xsi:type="dcterms:W3CDTF">2025-07-11T02:48:00Z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0x0101009B7AC907B1842346BBCDEDCD90FAA546</vt:lpwstr>
  </property>
  <property fmtid="{D5CDD505-2E9C-101B-9397-08002B2CF9AE}" pid="3" name="MediaServiceImageTags">
    <vt:lpwstr/>
  </property>
</Properties>
</file>